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Montserrat SemiBold"/>
      <p:regular r:id="rId34"/>
      <p:bold r:id="rId35"/>
      <p:italic r:id="rId36"/>
      <p:boldItalic r:id="rId37"/>
    </p:embeddedFont>
    <p:embeddedFont>
      <p:font typeface="Catamaran"/>
      <p:regular r:id="rId38"/>
      <p:bold r:id="rId39"/>
    </p:embeddedFont>
    <p:embeddedFont>
      <p:font typeface="Montserrat Black"/>
      <p:bold r:id="rId40"/>
      <p:boldItalic r:id="rId41"/>
    </p:embeddedFont>
    <p:embeddedFont>
      <p:font typeface="Montserrat"/>
      <p:regular r:id="rId42"/>
      <p:bold r:id="rId43"/>
      <p:italic r:id="rId44"/>
      <p:boldItalic r:id="rId45"/>
    </p:embeddedFont>
    <p:embeddedFont>
      <p:font typeface="Bebas Neue"/>
      <p:regular r:id="rId46"/>
    </p:embeddedFont>
    <p:embeddedFont>
      <p:font typeface="Montserrat Medium"/>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9AA0A6"/>
          </p15:clr>
        </p15:guide>
        <p15:guide id="2" pos="530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530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lack-bold.fntdata"/><Relationship Id="rId42" Type="http://schemas.openxmlformats.org/officeDocument/2006/relationships/font" Target="fonts/Montserrat-regular.fntdata"/><Relationship Id="rId41" Type="http://schemas.openxmlformats.org/officeDocument/2006/relationships/font" Target="fonts/MontserratBlack-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BebasNeue-regular.fntdata"/><Relationship Id="rId45"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MontserratSemiBold-bold.fntdata"/><Relationship Id="rId34" Type="http://schemas.openxmlformats.org/officeDocument/2006/relationships/font" Target="fonts/MontserratSemiBold-regular.fntdata"/><Relationship Id="rId37" Type="http://schemas.openxmlformats.org/officeDocument/2006/relationships/font" Target="fonts/MontserratSemiBold-boldItalic.fntdata"/><Relationship Id="rId36" Type="http://schemas.openxmlformats.org/officeDocument/2006/relationships/font" Target="fonts/MontserratSemiBold-italic.fntdata"/><Relationship Id="rId39" Type="http://schemas.openxmlformats.org/officeDocument/2006/relationships/font" Target="fonts/Catamaran-bold.fntdata"/><Relationship Id="rId38" Type="http://schemas.openxmlformats.org/officeDocument/2006/relationships/font" Target="fonts/Catamaran-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regular.fntdata"/><Relationship Id="rId50" Type="http://schemas.openxmlformats.org/officeDocument/2006/relationships/font" Target="fonts/MontserratMedium-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Kính chào thầy và các bạn. Chúng em là Nhóm 1. Hôm nay, nhóm chúng em xin trình bày báo cáo bài tập lớn môn Quản trị mạng với đề tài: 'Bộ Lập Lịch Tùy Chỉnh và Thuật Toán Cấp Phát Tài Nguyên Cho Kubernetes'."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5724dbfe1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5724dbfe1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Trong buổi trình bày hôm nay, chúng ta sẽ cùng tìm hiểu các nội dung chính sau: Đầu tiên là phần giới thiệu chung về Kubernetes. Tiếp theo, chúng ta sẽ xem xét bộ lập lịch mặc định và những điểm mạnh và hạn chế của nó. Từ đó, chúng ta sẽ đi đến lý do cần một bộ lập lịch tùy chỉnh và giới thiệu giải pháp của nhóm em, bao gồm kiến trúc, logic hoạt động. Và cuối cùng là demo và phần hỏi đáp.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5724dbfe1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5724dbfe1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57c75ccf7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57c75ccf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57c75ccf70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57c75ccf70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57c75ccf70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57c75ccf70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57c75ccf70_0_1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57c75ccf70_0_1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57c75ccf70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57c75ccf70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57c75ccf70_0_2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57c75ccf70_0_2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57c75ccf70_0_2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57c75ccf70_0_2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57c75ccf70_0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57c75ccf70_0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57c75ccf70_0_2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57c75ccf70_0_2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57c75ccf70_0_3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57c75ccf70_0_3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57d59dd3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57d59dd3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57d59dd3d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57d59dd3d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57d59dd3de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357d59dd3de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57d59dd3de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57d59dd3de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57d59dd3de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57d59dd3de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57d59dd3de_0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57d59dd3de_0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57d59dd3de_0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57d59dd3de_0_2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57d59dd3de_0_2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357d59dd3de_0_2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57d59dd3de_0_1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357d59dd3de_0_1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35e016ee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35e016ee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57d59dd3de_0_2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57d59dd3de_0_2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57d59dd3de_0_2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57d59dd3de_0_2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57d59dd3de_0_2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57d59dd3de_0_2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d1384031a8_2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2d1384031a8_2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240514" y="2087192"/>
            <a:ext cx="1460031" cy="3181633"/>
            <a:chOff x="-240514" y="2087192"/>
            <a:chExt cx="1460031" cy="3181633"/>
          </a:xfrm>
        </p:grpSpPr>
        <p:sp>
          <p:nvSpPr>
            <p:cNvPr id="10" name="Google Shape;10;p2"/>
            <p:cNvSpPr/>
            <p:nvPr/>
          </p:nvSpPr>
          <p:spPr>
            <a:xfrm rot="10800000">
              <a:off x="-240514" y="3388832"/>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rot="10800000">
              <a:off x="230420" y="2087192"/>
              <a:ext cx="518180" cy="1301623"/>
              <a:chOff x="4015600" y="2153250"/>
              <a:chExt cx="140825" cy="353750"/>
            </a:xfrm>
          </p:grpSpPr>
          <p:sp>
            <p:nvSpPr>
              <p:cNvPr id="12" name="Google Shape;12;p2"/>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 name="Google Shape;16;p2"/>
          <p:cNvGrpSpPr/>
          <p:nvPr/>
        </p:nvGrpSpPr>
        <p:grpSpPr>
          <a:xfrm>
            <a:off x="7923842" y="-127858"/>
            <a:ext cx="1460031" cy="3181633"/>
            <a:chOff x="7923842" y="-127858"/>
            <a:chExt cx="1460031" cy="3181633"/>
          </a:xfrm>
        </p:grpSpPr>
        <p:sp>
          <p:nvSpPr>
            <p:cNvPr id="17" name="Google Shape;17;p2"/>
            <p:cNvSpPr/>
            <p:nvPr/>
          </p:nvSpPr>
          <p:spPr>
            <a:xfrm>
              <a:off x="7923842" y="-127858"/>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a:off x="8394759" y="1752152"/>
              <a:ext cx="518180" cy="1301623"/>
              <a:chOff x="4015600" y="2153250"/>
              <a:chExt cx="140825" cy="353750"/>
            </a:xfrm>
          </p:grpSpPr>
          <p:sp>
            <p:nvSpPr>
              <p:cNvPr id="19" name="Google Shape;19;p2"/>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 name="Google Shape;23;p2"/>
          <p:cNvSpPr txBox="1"/>
          <p:nvPr>
            <p:ph type="ctrTitle"/>
          </p:nvPr>
        </p:nvSpPr>
        <p:spPr>
          <a:xfrm>
            <a:off x="1559550" y="834750"/>
            <a:ext cx="6024300" cy="28128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 name="Google Shape;24;p2"/>
          <p:cNvSpPr txBox="1"/>
          <p:nvPr>
            <p:ph idx="1" type="subTitle"/>
          </p:nvPr>
        </p:nvSpPr>
        <p:spPr>
          <a:xfrm>
            <a:off x="1669500" y="3647550"/>
            <a:ext cx="5804400" cy="409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
          <p:cNvSpPr/>
          <p:nvPr/>
        </p:nvSpPr>
        <p:spPr>
          <a:xfrm rot="-5400000">
            <a:off x="889700"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7682125"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a:off x="8223425" y="329538"/>
            <a:ext cx="410950" cy="410925"/>
            <a:chOff x="5275800" y="1597475"/>
            <a:chExt cx="410950" cy="410925"/>
          </a:xfrm>
        </p:grpSpPr>
        <p:sp>
          <p:nvSpPr>
            <p:cNvPr id="29" name="Google Shape;29;p3"/>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3"/>
          <p:cNvSpPr txBox="1"/>
          <p:nvPr>
            <p:ph type="title"/>
          </p:nvPr>
        </p:nvSpPr>
        <p:spPr>
          <a:xfrm>
            <a:off x="720000" y="2179625"/>
            <a:ext cx="7704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9" name="Google Shape;39;p3"/>
          <p:cNvSpPr txBox="1"/>
          <p:nvPr>
            <p:ph hasCustomPrompt="1" idx="2" type="title"/>
          </p:nvPr>
        </p:nvSpPr>
        <p:spPr>
          <a:xfrm>
            <a:off x="2996550" y="1337825"/>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0" name="Google Shape;40;p3"/>
          <p:cNvSpPr txBox="1"/>
          <p:nvPr>
            <p:ph idx="1" type="subTitle"/>
          </p:nvPr>
        </p:nvSpPr>
        <p:spPr>
          <a:xfrm>
            <a:off x="720025" y="3606050"/>
            <a:ext cx="7704000" cy="43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3" name="Google Shape;43;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cxnSp>
        <p:nvCxnSpPr>
          <p:cNvPr id="44" name="Google Shape;44;p4"/>
          <p:cNvCxnSpPr/>
          <p:nvPr/>
        </p:nvCxnSpPr>
        <p:spPr>
          <a:xfrm>
            <a:off x="-9575" y="240900"/>
            <a:ext cx="4869300" cy="0"/>
          </a:xfrm>
          <a:prstGeom prst="straightConnector1">
            <a:avLst/>
          </a:prstGeom>
          <a:noFill/>
          <a:ln cap="flat" cmpd="sng" w="19050">
            <a:solidFill>
              <a:schemeClr val="dk2"/>
            </a:solidFill>
            <a:prstDash val="solid"/>
            <a:round/>
            <a:headEnd len="med" w="med" type="none"/>
            <a:tailEnd len="med" w="med" type="oval"/>
          </a:ln>
        </p:spPr>
      </p:cxnSp>
      <p:cxnSp>
        <p:nvCxnSpPr>
          <p:cNvPr id="45" name="Google Shape;45;p4"/>
          <p:cNvCxnSpPr/>
          <p:nvPr/>
        </p:nvCxnSpPr>
        <p:spPr>
          <a:xfrm>
            <a:off x="4274700" y="4911325"/>
            <a:ext cx="4869300" cy="0"/>
          </a:xfrm>
          <a:prstGeom prst="straightConnector1">
            <a:avLst/>
          </a:prstGeom>
          <a:noFill/>
          <a:ln cap="flat" cmpd="sng" w="19050">
            <a:solidFill>
              <a:schemeClr val="dk2"/>
            </a:solidFill>
            <a:prstDash val="solid"/>
            <a:round/>
            <a:headEnd len="med" w="med" type="oval"/>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5"/>
          <p:cNvSpPr txBox="1"/>
          <p:nvPr>
            <p:ph idx="1" type="subTitle"/>
          </p:nvPr>
        </p:nvSpPr>
        <p:spPr>
          <a:xfrm>
            <a:off x="1181425" y="2303125"/>
            <a:ext cx="2907600" cy="17664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 name="Google Shape;48;p5"/>
          <p:cNvSpPr txBox="1"/>
          <p:nvPr>
            <p:ph idx="2" type="subTitle"/>
          </p:nvPr>
        </p:nvSpPr>
        <p:spPr>
          <a:xfrm>
            <a:off x="4836300"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9" name="Google Shape;49;p5"/>
          <p:cNvSpPr txBox="1"/>
          <p:nvPr>
            <p:ph type="title"/>
          </p:nvPr>
        </p:nvSpPr>
        <p:spPr>
          <a:xfrm>
            <a:off x="1290763"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50" name="Google Shape;50;p5"/>
          <p:cNvSpPr txBox="1"/>
          <p:nvPr>
            <p:ph idx="3" type="title"/>
          </p:nvPr>
        </p:nvSpPr>
        <p:spPr>
          <a:xfrm>
            <a:off x="4945638"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atin typeface="Montserrat Black"/>
                <a:ea typeface="Montserrat Black"/>
                <a:cs typeface="Montserrat Black"/>
                <a:sym typeface="Montserrat Black"/>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53" name="Google Shape;53;p6"/>
          <p:cNvGrpSpPr/>
          <p:nvPr/>
        </p:nvGrpSpPr>
        <p:grpSpPr>
          <a:xfrm>
            <a:off x="237036" y="1641370"/>
            <a:ext cx="346528" cy="3502142"/>
            <a:chOff x="3665550" y="1907725"/>
            <a:chExt cx="140825" cy="1423172"/>
          </a:xfrm>
        </p:grpSpPr>
        <p:sp>
          <p:nvSpPr>
            <p:cNvPr id="54" name="Google Shape;54;p6"/>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6"/>
          <p:cNvGrpSpPr/>
          <p:nvPr/>
        </p:nvGrpSpPr>
        <p:grpSpPr>
          <a:xfrm rot="10800000">
            <a:off x="8560436" y="-5"/>
            <a:ext cx="346528" cy="3502142"/>
            <a:chOff x="3665550" y="1907725"/>
            <a:chExt cx="140825" cy="1423172"/>
          </a:xfrm>
        </p:grpSpPr>
        <p:sp>
          <p:nvSpPr>
            <p:cNvPr id="59" name="Google Shape;59;p6"/>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cxnSp>
        <p:nvCxnSpPr>
          <p:cNvPr id="64" name="Google Shape;64;p7"/>
          <p:cNvCxnSpPr/>
          <p:nvPr/>
        </p:nvCxnSpPr>
        <p:spPr>
          <a:xfrm>
            <a:off x="716950" y="4600125"/>
            <a:ext cx="7722600" cy="0"/>
          </a:xfrm>
          <a:prstGeom prst="straightConnector1">
            <a:avLst/>
          </a:prstGeom>
          <a:noFill/>
          <a:ln cap="flat" cmpd="sng" w="19050">
            <a:solidFill>
              <a:schemeClr val="dk2"/>
            </a:solidFill>
            <a:prstDash val="solid"/>
            <a:round/>
            <a:headEnd len="med" w="med" type="oval"/>
            <a:tailEnd len="med" w="med" type="oval"/>
          </a:ln>
        </p:spPr>
      </p:cxnSp>
      <p:sp>
        <p:nvSpPr>
          <p:cNvPr id="65" name="Google Shape;65;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6" name="Google Shape;66;p7"/>
          <p:cNvSpPr txBox="1"/>
          <p:nvPr>
            <p:ph idx="1" type="body"/>
          </p:nvPr>
        </p:nvSpPr>
        <p:spPr>
          <a:xfrm>
            <a:off x="720000" y="1631425"/>
            <a:ext cx="3769200" cy="2937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67" name="Google Shape;67;p7"/>
          <p:cNvSpPr/>
          <p:nvPr>
            <p:ph idx="2" type="pic"/>
          </p:nvPr>
        </p:nvSpPr>
        <p:spPr>
          <a:xfrm>
            <a:off x="5508425" y="1330575"/>
            <a:ext cx="2283300" cy="2811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8"/>
          <p:cNvSpPr txBox="1"/>
          <p:nvPr>
            <p:ph type="title"/>
          </p:nvPr>
        </p:nvSpPr>
        <p:spPr>
          <a:xfrm>
            <a:off x="1181700" y="1581300"/>
            <a:ext cx="6780600" cy="19809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70" name="Google Shape;70;p8"/>
          <p:cNvGrpSpPr/>
          <p:nvPr/>
        </p:nvGrpSpPr>
        <p:grpSpPr>
          <a:xfrm>
            <a:off x="551291" y="2724544"/>
            <a:ext cx="327629" cy="1579160"/>
            <a:chOff x="3665550" y="1907725"/>
            <a:chExt cx="140825" cy="678800"/>
          </a:xfrm>
        </p:grpSpPr>
        <p:sp>
          <p:nvSpPr>
            <p:cNvPr id="71" name="Google Shape;71;p8"/>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8"/>
          <p:cNvGrpSpPr/>
          <p:nvPr/>
        </p:nvGrpSpPr>
        <p:grpSpPr>
          <a:xfrm flipH="1" rot="10800000">
            <a:off x="8265066" y="839794"/>
            <a:ext cx="327629" cy="1579160"/>
            <a:chOff x="3665550" y="1907725"/>
            <a:chExt cx="140825" cy="678800"/>
          </a:xfrm>
        </p:grpSpPr>
        <p:sp>
          <p:nvSpPr>
            <p:cNvPr id="76" name="Google Shape;76;p8"/>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8"/>
          <p:cNvSpPr/>
          <p:nvPr/>
        </p:nvSpPr>
        <p:spPr>
          <a:xfrm>
            <a:off x="219100" y="4303700"/>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10800000">
            <a:off x="7932888" y="-437412"/>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grpSp>
        <p:nvGrpSpPr>
          <p:cNvPr id="83" name="Google Shape;83;p9"/>
          <p:cNvGrpSpPr/>
          <p:nvPr/>
        </p:nvGrpSpPr>
        <p:grpSpPr>
          <a:xfrm>
            <a:off x="548975" y="367788"/>
            <a:ext cx="332250" cy="334425"/>
            <a:chOff x="4618500" y="3002875"/>
            <a:chExt cx="332250" cy="334425"/>
          </a:xfrm>
        </p:grpSpPr>
        <p:sp>
          <p:nvSpPr>
            <p:cNvPr id="84" name="Google Shape;84;p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9"/>
          <p:cNvGrpSpPr/>
          <p:nvPr/>
        </p:nvGrpSpPr>
        <p:grpSpPr>
          <a:xfrm>
            <a:off x="8262775" y="4441275"/>
            <a:ext cx="332250" cy="334425"/>
            <a:chOff x="4618500" y="3002875"/>
            <a:chExt cx="332250" cy="334425"/>
          </a:xfrm>
        </p:grpSpPr>
        <p:sp>
          <p:nvSpPr>
            <p:cNvPr id="90" name="Google Shape;90;p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 name="Google Shape;95;p9"/>
          <p:cNvCxnSpPr/>
          <p:nvPr/>
        </p:nvCxnSpPr>
        <p:spPr>
          <a:xfrm>
            <a:off x="714400" y="8932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96" name="Google Shape;96;p9"/>
          <p:cNvCxnSpPr/>
          <p:nvPr/>
        </p:nvCxnSpPr>
        <p:spPr>
          <a:xfrm>
            <a:off x="8428900" y="5361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97" name="Google Shape;97;p9"/>
          <p:cNvCxnSpPr/>
          <p:nvPr/>
        </p:nvCxnSpPr>
        <p:spPr>
          <a:xfrm>
            <a:off x="1076675" y="5310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98" name="Google Shape;98;p9"/>
          <p:cNvCxnSpPr/>
          <p:nvPr/>
        </p:nvCxnSpPr>
        <p:spPr>
          <a:xfrm>
            <a:off x="4628150" y="46085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99" name="Google Shape;99;p9"/>
          <p:cNvSpPr txBox="1"/>
          <p:nvPr>
            <p:ph type="title"/>
          </p:nvPr>
        </p:nvSpPr>
        <p:spPr>
          <a:xfrm>
            <a:off x="979575" y="1364238"/>
            <a:ext cx="3987600" cy="674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0" name="Google Shape;100;p9"/>
          <p:cNvSpPr txBox="1"/>
          <p:nvPr>
            <p:ph idx="1" type="subTitle"/>
          </p:nvPr>
        </p:nvSpPr>
        <p:spPr>
          <a:xfrm>
            <a:off x="984475" y="2143763"/>
            <a:ext cx="4013100" cy="1371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sp>
        <p:nvSpPr>
          <p:cNvPr id="102" name="Google Shape;102;p10"/>
          <p:cNvSpPr txBox="1"/>
          <p:nvPr>
            <p:ph type="title"/>
          </p:nvPr>
        </p:nvSpPr>
        <p:spPr>
          <a:xfrm>
            <a:off x="715100" y="535000"/>
            <a:ext cx="7713900" cy="6867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400"/>
              <a:buNone/>
              <a:defRPr sz="2700"/>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3" name="Shape 103"/>
        <p:cNvGrpSpPr/>
        <p:nvPr/>
      </p:nvGrpSpPr>
      <p:grpSpPr>
        <a:xfrm>
          <a:off x="0" y="0"/>
          <a:ext cx="0" cy="0"/>
          <a:chOff x="0" y="0"/>
          <a:chExt cx="0" cy="0"/>
        </a:xfrm>
      </p:grpSpPr>
      <p:sp>
        <p:nvSpPr>
          <p:cNvPr id="104" name="Google Shape;104;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5" name="Google Shape;105;p11"/>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06" name="Google Shape;106;p11"/>
          <p:cNvGrpSpPr/>
          <p:nvPr/>
        </p:nvGrpSpPr>
        <p:grpSpPr>
          <a:xfrm rot="-5400000">
            <a:off x="552543" y="2226744"/>
            <a:ext cx="325125" cy="325112"/>
            <a:chOff x="6083600" y="3695500"/>
            <a:chExt cx="125125" cy="125125"/>
          </a:xfrm>
        </p:grpSpPr>
        <p:sp>
          <p:nvSpPr>
            <p:cNvPr id="107" name="Google Shape;107;p1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1"/>
          <p:cNvGrpSpPr/>
          <p:nvPr/>
        </p:nvGrpSpPr>
        <p:grpSpPr>
          <a:xfrm rot="-5400000">
            <a:off x="8266343" y="2226744"/>
            <a:ext cx="325125" cy="325112"/>
            <a:chOff x="6083600" y="3695500"/>
            <a:chExt cx="125125" cy="125125"/>
          </a:xfrm>
        </p:grpSpPr>
        <p:sp>
          <p:nvSpPr>
            <p:cNvPr id="112" name="Google Shape;112;p1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16" name="Shape 11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7" name="Shape 117"/>
        <p:cNvGrpSpPr/>
        <p:nvPr/>
      </p:nvGrpSpPr>
      <p:grpSpPr>
        <a:xfrm>
          <a:off x="0" y="0"/>
          <a:ext cx="0" cy="0"/>
          <a:chOff x="0" y="0"/>
          <a:chExt cx="0" cy="0"/>
        </a:xfrm>
      </p:grpSpPr>
      <p:cxnSp>
        <p:nvCxnSpPr>
          <p:cNvPr id="118" name="Google Shape;118;p13"/>
          <p:cNvCxnSpPr/>
          <p:nvPr/>
        </p:nvCxnSpPr>
        <p:spPr>
          <a:xfrm>
            <a:off x="-9575" y="240900"/>
            <a:ext cx="4869300" cy="0"/>
          </a:xfrm>
          <a:prstGeom prst="straightConnector1">
            <a:avLst/>
          </a:prstGeom>
          <a:noFill/>
          <a:ln cap="flat" cmpd="sng" w="19050">
            <a:solidFill>
              <a:schemeClr val="lt2"/>
            </a:solidFill>
            <a:prstDash val="solid"/>
            <a:round/>
            <a:headEnd len="med" w="med" type="none"/>
            <a:tailEnd len="med" w="med" type="oval"/>
          </a:ln>
        </p:spPr>
      </p:cxnSp>
      <p:cxnSp>
        <p:nvCxnSpPr>
          <p:cNvPr id="119" name="Google Shape;119;p13"/>
          <p:cNvCxnSpPr/>
          <p:nvPr/>
        </p:nvCxnSpPr>
        <p:spPr>
          <a:xfrm>
            <a:off x="4274700" y="4911325"/>
            <a:ext cx="4869300" cy="0"/>
          </a:xfrm>
          <a:prstGeom prst="straightConnector1">
            <a:avLst/>
          </a:prstGeom>
          <a:noFill/>
          <a:ln cap="flat" cmpd="sng" w="19050">
            <a:solidFill>
              <a:schemeClr val="lt2"/>
            </a:solidFill>
            <a:prstDash val="solid"/>
            <a:round/>
            <a:headEnd len="med" w="med" type="oval"/>
            <a:tailEnd len="med" w="med" type="none"/>
          </a:ln>
        </p:spPr>
      </p:cxnSp>
      <p:grpSp>
        <p:nvGrpSpPr>
          <p:cNvPr id="120" name="Google Shape;120;p13"/>
          <p:cNvGrpSpPr/>
          <p:nvPr/>
        </p:nvGrpSpPr>
        <p:grpSpPr>
          <a:xfrm>
            <a:off x="8223425" y="329538"/>
            <a:ext cx="410950" cy="410925"/>
            <a:chOff x="5275800" y="1597475"/>
            <a:chExt cx="410950" cy="410925"/>
          </a:xfrm>
        </p:grpSpPr>
        <p:sp>
          <p:nvSpPr>
            <p:cNvPr id="121" name="Google Shape;121;p13"/>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3"/>
          <p:cNvSpPr txBox="1"/>
          <p:nvPr>
            <p:ph hasCustomPrompt="1" type="title"/>
          </p:nvPr>
        </p:nvSpPr>
        <p:spPr>
          <a:xfrm>
            <a:off x="720000"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p:nvPr>
            <p:ph idx="1" type="subTitle"/>
          </p:nvPr>
        </p:nvSpPr>
        <p:spPr>
          <a:xfrm>
            <a:off x="720168"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2" name="Google Shape;132;p13"/>
          <p:cNvSpPr txBox="1"/>
          <p:nvPr>
            <p:ph hasCustomPrompt="1" idx="2" type="title"/>
          </p:nvPr>
        </p:nvSpPr>
        <p:spPr>
          <a:xfrm>
            <a:off x="3368825"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3" name="Google Shape;133;p13"/>
          <p:cNvSpPr txBox="1"/>
          <p:nvPr>
            <p:ph idx="3" type="subTitle"/>
          </p:nvPr>
        </p:nvSpPr>
        <p:spPr>
          <a:xfrm>
            <a:off x="3368813"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4" name="Google Shape;134;p13"/>
          <p:cNvSpPr txBox="1"/>
          <p:nvPr>
            <p:ph hasCustomPrompt="1" idx="4" type="title"/>
          </p:nvPr>
        </p:nvSpPr>
        <p:spPr>
          <a:xfrm>
            <a:off x="6017450" y="1237225"/>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p:nvPr>
            <p:ph idx="5" type="subTitle"/>
          </p:nvPr>
        </p:nvSpPr>
        <p:spPr>
          <a:xfrm>
            <a:off x="6012350" y="2236785"/>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6" name="Google Shape;136;p13"/>
          <p:cNvSpPr txBox="1"/>
          <p:nvPr>
            <p:ph hasCustomPrompt="1" idx="6" type="title"/>
          </p:nvPr>
        </p:nvSpPr>
        <p:spPr>
          <a:xfrm>
            <a:off x="720000"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p:nvPr>
            <p:ph idx="7" type="subTitle"/>
          </p:nvPr>
        </p:nvSpPr>
        <p:spPr>
          <a:xfrm>
            <a:off x="720168"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8" name="Google Shape;138;p13"/>
          <p:cNvSpPr txBox="1"/>
          <p:nvPr>
            <p:ph hasCustomPrompt="1" idx="8" type="title"/>
          </p:nvPr>
        </p:nvSpPr>
        <p:spPr>
          <a:xfrm>
            <a:off x="3368825"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9" name="Google Shape;139;p13"/>
          <p:cNvSpPr txBox="1"/>
          <p:nvPr>
            <p:ph idx="9" type="subTitle"/>
          </p:nvPr>
        </p:nvSpPr>
        <p:spPr>
          <a:xfrm>
            <a:off x="3368813"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0" name="Google Shape;140;p13"/>
          <p:cNvSpPr txBox="1"/>
          <p:nvPr>
            <p:ph hasCustomPrompt="1" idx="13" type="title"/>
          </p:nvPr>
        </p:nvSpPr>
        <p:spPr>
          <a:xfrm>
            <a:off x="6017450" y="3043400"/>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1" name="Google Shape;141;p13"/>
          <p:cNvSpPr txBox="1"/>
          <p:nvPr>
            <p:ph idx="14" type="subTitle"/>
          </p:nvPr>
        </p:nvSpPr>
        <p:spPr>
          <a:xfrm>
            <a:off x="6012350" y="4047500"/>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2" name="Google Shape;142;p13"/>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43" name="Google Shape;143;p13"/>
          <p:cNvSpPr txBox="1"/>
          <p:nvPr>
            <p:ph idx="16" type="subTitle"/>
          </p:nvPr>
        </p:nvSpPr>
        <p:spPr>
          <a:xfrm>
            <a:off x="71510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4" name="Google Shape;144;p13"/>
          <p:cNvSpPr txBox="1"/>
          <p:nvPr>
            <p:ph idx="17" type="subTitle"/>
          </p:nvPr>
        </p:nvSpPr>
        <p:spPr>
          <a:xfrm>
            <a:off x="336881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5" name="Google Shape;145;p13"/>
          <p:cNvSpPr txBox="1"/>
          <p:nvPr>
            <p:ph idx="18" type="subTitle"/>
          </p:nvPr>
        </p:nvSpPr>
        <p:spPr>
          <a:xfrm>
            <a:off x="6017402" y="1830625"/>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6" name="Google Shape;146;p13"/>
          <p:cNvSpPr txBox="1"/>
          <p:nvPr>
            <p:ph idx="19" type="subTitle"/>
          </p:nvPr>
        </p:nvSpPr>
        <p:spPr>
          <a:xfrm>
            <a:off x="71510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7" name="Google Shape;147;p13"/>
          <p:cNvSpPr txBox="1"/>
          <p:nvPr>
            <p:ph idx="20" type="subTitle"/>
          </p:nvPr>
        </p:nvSpPr>
        <p:spPr>
          <a:xfrm>
            <a:off x="336881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8" name="Google Shape;148;p13"/>
          <p:cNvSpPr txBox="1"/>
          <p:nvPr>
            <p:ph idx="21" type="subTitle"/>
          </p:nvPr>
        </p:nvSpPr>
        <p:spPr>
          <a:xfrm>
            <a:off x="6017402" y="3636799"/>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9" name="Shape 149"/>
        <p:cNvGrpSpPr/>
        <p:nvPr/>
      </p:nvGrpSpPr>
      <p:grpSpPr>
        <a:xfrm>
          <a:off x="0" y="0"/>
          <a:ext cx="0" cy="0"/>
          <a:chOff x="0" y="0"/>
          <a:chExt cx="0" cy="0"/>
        </a:xfrm>
      </p:grpSpPr>
      <p:sp>
        <p:nvSpPr>
          <p:cNvPr id="150" name="Google Shape;150;p14"/>
          <p:cNvSpPr txBox="1"/>
          <p:nvPr>
            <p:ph type="title"/>
          </p:nvPr>
        </p:nvSpPr>
        <p:spPr>
          <a:xfrm>
            <a:off x="1736950" y="3240300"/>
            <a:ext cx="54990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1" name="Google Shape;151;p14"/>
          <p:cNvSpPr txBox="1"/>
          <p:nvPr>
            <p:ph idx="1" type="subTitle"/>
          </p:nvPr>
        </p:nvSpPr>
        <p:spPr>
          <a:xfrm>
            <a:off x="1736900" y="1507850"/>
            <a:ext cx="5499000" cy="149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cxnSp>
        <p:nvCxnSpPr>
          <p:cNvPr id="152" name="Google Shape;152;p14"/>
          <p:cNvCxnSpPr/>
          <p:nvPr/>
        </p:nvCxnSpPr>
        <p:spPr>
          <a:xfrm>
            <a:off x="1045475" y="536625"/>
            <a:ext cx="6120000" cy="0"/>
          </a:xfrm>
          <a:prstGeom prst="straightConnector1">
            <a:avLst/>
          </a:prstGeom>
          <a:noFill/>
          <a:ln cap="flat" cmpd="sng" w="19050">
            <a:solidFill>
              <a:schemeClr val="accent1"/>
            </a:solidFill>
            <a:prstDash val="solid"/>
            <a:round/>
            <a:headEnd len="med" w="med" type="none"/>
            <a:tailEnd len="med" w="med" type="diamond"/>
          </a:ln>
        </p:spPr>
      </p:cxnSp>
      <p:cxnSp>
        <p:nvCxnSpPr>
          <p:cNvPr id="153" name="Google Shape;153;p14"/>
          <p:cNvCxnSpPr/>
          <p:nvPr/>
        </p:nvCxnSpPr>
        <p:spPr>
          <a:xfrm rot="10800000">
            <a:off x="1978502" y="4608500"/>
            <a:ext cx="6120000" cy="0"/>
          </a:xfrm>
          <a:prstGeom prst="straightConnector1">
            <a:avLst/>
          </a:prstGeom>
          <a:noFill/>
          <a:ln cap="flat" cmpd="sng" w="19050">
            <a:solidFill>
              <a:schemeClr val="accent2"/>
            </a:solidFill>
            <a:prstDash val="solid"/>
            <a:round/>
            <a:headEnd len="med" w="med" type="none"/>
            <a:tailEnd len="med" w="med" type="diamond"/>
          </a:ln>
        </p:spPr>
      </p:cxnSp>
      <p:grpSp>
        <p:nvGrpSpPr>
          <p:cNvPr id="154" name="Google Shape;154;p14"/>
          <p:cNvGrpSpPr/>
          <p:nvPr/>
        </p:nvGrpSpPr>
        <p:grpSpPr>
          <a:xfrm>
            <a:off x="509625" y="331163"/>
            <a:ext cx="410950" cy="410925"/>
            <a:chOff x="5275800" y="1597475"/>
            <a:chExt cx="410950" cy="410925"/>
          </a:xfrm>
        </p:grpSpPr>
        <p:sp>
          <p:nvSpPr>
            <p:cNvPr id="155" name="Google Shape;155;p1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14"/>
          <p:cNvGrpSpPr/>
          <p:nvPr/>
        </p:nvGrpSpPr>
        <p:grpSpPr>
          <a:xfrm>
            <a:off x="8223425" y="4403025"/>
            <a:ext cx="410950" cy="410925"/>
            <a:chOff x="5275800" y="1597475"/>
            <a:chExt cx="410950" cy="410925"/>
          </a:xfrm>
        </p:grpSpPr>
        <p:sp>
          <p:nvSpPr>
            <p:cNvPr id="165" name="Google Shape;165;p1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_1_1">
    <p:spTree>
      <p:nvGrpSpPr>
        <p:cNvPr id="174" name="Shape 174"/>
        <p:cNvGrpSpPr/>
        <p:nvPr/>
      </p:nvGrpSpPr>
      <p:grpSpPr>
        <a:xfrm>
          <a:off x="0" y="0"/>
          <a:ext cx="0" cy="0"/>
          <a:chOff x="0" y="0"/>
          <a:chExt cx="0" cy="0"/>
        </a:xfrm>
      </p:grpSpPr>
      <p:sp>
        <p:nvSpPr>
          <p:cNvPr id="175" name="Google Shape;175;p15"/>
          <p:cNvSpPr/>
          <p:nvPr/>
        </p:nvSpPr>
        <p:spPr>
          <a:xfrm flipH="1" rot="5400000">
            <a:off x="7682125"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flipH="1" rot="-5400000">
            <a:off x="889700"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15"/>
          <p:cNvGrpSpPr/>
          <p:nvPr/>
        </p:nvGrpSpPr>
        <p:grpSpPr>
          <a:xfrm flipH="1">
            <a:off x="509625" y="329538"/>
            <a:ext cx="410950" cy="410925"/>
            <a:chOff x="5275800" y="1597475"/>
            <a:chExt cx="410950" cy="410925"/>
          </a:xfrm>
        </p:grpSpPr>
        <p:sp>
          <p:nvSpPr>
            <p:cNvPr id="178" name="Google Shape;178;p1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5"/>
          <p:cNvSpPr txBox="1"/>
          <p:nvPr>
            <p:ph type="title"/>
          </p:nvPr>
        </p:nvSpPr>
        <p:spPr>
          <a:xfrm>
            <a:off x="715100" y="1902100"/>
            <a:ext cx="77139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8" name="Google Shape;188;p15"/>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9" name="Google Shape;189;p15"/>
          <p:cNvSpPr txBox="1"/>
          <p:nvPr>
            <p:ph idx="1" type="subTitle"/>
          </p:nvPr>
        </p:nvSpPr>
        <p:spPr>
          <a:xfrm>
            <a:off x="715100" y="3768975"/>
            <a:ext cx="77139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90" name="Google Shape;190;p15"/>
          <p:cNvGrpSpPr/>
          <p:nvPr/>
        </p:nvGrpSpPr>
        <p:grpSpPr>
          <a:xfrm flipH="1">
            <a:off x="8223425" y="4403025"/>
            <a:ext cx="410950" cy="410925"/>
            <a:chOff x="5275800" y="1597475"/>
            <a:chExt cx="410950" cy="410925"/>
          </a:xfrm>
        </p:grpSpPr>
        <p:sp>
          <p:nvSpPr>
            <p:cNvPr id="191" name="Google Shape;191;p1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1_1_1_3">
    <p:spTree>
      <p:nvGrpSpPr>
        <p:cNvPr id="200" name="Shape 200"/>
        <p:cNvGrpSpPr/>
        <p:nvPr/>
      </p:nvGrpSpPr>
      <p:grpSpPr>
        <a:xfrm>
          <a:off x="0" y="0"/>
          <a:ext cx="0" cy="0"/>
          <a:chOff x="0" y="0"/>
          <a:chExt cx="0" cy="0"/>
        </a:xfrm>
      </p:grpSpPr>
      <p:sp>
        <p:nvSpPr>
          <p:cNvPr id="201" name="Google Shape;201;p16"/>
          <p:cNvSpPr/>
          <p:nvPr/>
        </p:nvSpPr>
        <p:spPr>
          <a:xfrm flipH="1">
            <a:off x="-35600" y="-38794"/>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flipH="1" rot="10800000">
            <a:off x="8619200" y="274348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 name="Google Shape;203;p16"/>
          <p:cNvGrpSpPr/>
          <p:nvPr/>
        </p:nvGrpSpPr>
        <p:grpSpPr>
          <a:xfrm flipH="1">
            <a:off x="8223425" y="329538"/>
            <a:ext cx="410950" cy="410925"/>
            <a:chOff x="5275800" y="1597475"/>
            <a:chExt cx="410950" cy="410925"/>
          </a:xfrm>
        </p:grpSpPr>
        <p:sp>
          <p:nvSpPr>
            <p:cNvPr id="204" name="Google Shape;204;p1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16"/>
          <p:cNvSpPr txBox="1"/>
          <p:nvPr>
            <p:ph type="title"/>
          </p:nvPr>
        </p:nvSpPr>
        <p:spPr>
          <a:xfrm>
            <a:off x="1555950" y="1902100"/>
            <a:ext cx="60321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4" name="Google Shape;214;p16"/>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5" name="Google Shape;215;p16"/>
          <p:cNvSpPr txBox="1"/>
          <p:nvPr>
            <p:ph idx="1" type="subTitle"/>
          </p:nvPr>
        </p:nvSpPr>
        <p:spPr>
          <a:xfrm>
            <a:off x="1555950" y="3768975"/>
            <a:ext cx="60321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6" name="Google Shape;216;p16"/>
          <p:cNvGrpSpPr/>
          <p:nvPr/>
        </p:nvGrpSpPr>
        <p:grpSpPr>
          <a:xfrm flipH="1">
            <a:off x="509625" y="4403025"/>
            <a:ext cx="410950" cy="410925"/>
            <a:chOff x="5275800" y="1597475"/>
            <a:chExt cx="410950" cy="410925"/>
          </a:xfrm>
        </p:grpSpPr>
        <p:sp>
          <p:nvSpPr>
            <p:cNvPr id="217" name="Google Shape;217;p1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26" name="Shape 226"/>
        <p:cNvGrpSpPr/>
        <p:nvPr/>
      </p:nvGrpSpPr>
      <p:grpSpPr>
        <a:xfrm>
          <a:off x="0" y="0"/>
          <a:ext cx="0" cy="0"/>
          <a:chOff x="0" y="0"/>
          <a:chExt cx="0" cy="0"/>
        </a:xfrm>
      </p:grpSpPr>
      <p:grpSp>
        <p:nvGrpSpPr>
          <p:cNvPr id="227" name="Google Shape;227;p17"/>
          <p:cNvGrpSpPr/>
          <p:nvPr/>
        </p:nvGrpSpPr>
        <p:grpSpPr>
          <a:xfrm>
            <a:off x="250968" y="-24"/>
            <a:ext cx="623446" cy="4129641"/>
            <a:chOff x="403368" y="-24"/>
            <a:chExt cx="623446" cy="4129641"/>
          </a:xfrm>
        </p:grpSpPr>
        <p:sp>
          <p:nvSpPr>
            <p:cNvPr id="228" name="Google Shape;228;p17"/>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7"/>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7"/>
          <p:cNvGrpSpPr/>
          <p:nvPr/>
        </p:nvGrpSpPr>
        <p:grpSpPr>
          <a:xfrm rot="10800000">
            <a:off x="8269568" y="1013851"/>
            <a:ext cx="623446" cy="4129641"/>
            <a:chOff x="403368" y="-24"/>
            <a:chExt cx="623446" cy="4129641"/>
          </a:xfrm>
        </p:grpSpPr>
        <p:sp>
          <p:nvSpPr>
            <p:cNvPr id="235" name="Google Shape;235;p17"/>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 name="Google Shape;241;p17"/>
          <p:cNvSpPr txBox="1"/>
          <p:nvPr>
            <p:ph idx="1" type="subTitle"/>
          </p:nvPr>
        </p:nvSpPr>
        <p:spPr>
          <a:xfrm>
            <a:off x="4962350" y="1894650"/>
            <a:ext cx="3466500" cy="135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17"/>
          <p:cNvSpPr txBox="1"/>
          <p:nvPr>
            <p:ph type="title"/>
          </p:nvPr>
        </p:nvSpPr>
        <p:spPr>
          <a:xfrm>
            <a:off x="715100" y="1894650"/>
            <a:ext cx="3466500" cy="1354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400"/>
              <a:buNone/>
              <a:defRPr sz="42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243" name="Shape 243"/>
        <p:cNvGrpSpPr/>
        <p:nvPr/>
      </p:nvGrpSpPr>
      <p:grpSpPr>
        <a:xfrm>
          <a:off x="0" y="0"/>
          <a:ext cx="0" cy="0"/>
          <a:chOff x="0" y="0"/>
          <a:chExt cx="0" cy="0"/>
        </a:xfrm>
      </p:grpSpPr>
      <p:grpSp>
        <p:nvGrpSpPr>
          <p:cNvPr id="244" name="Google Shape;244;p18"/>
          <p:cNvGrpSpPr/>
          <p:nvPr/>
        </p:nvGrpSpPr>
        <p:grpSpPr>
          <a:xfrm rot="-5400000">
            <a:off x="308633" y="3142120"/>
            <a:ext cx="1881224" cy="1818678"/>
            <a:chOff x="644551" y="2624979"/>
            <a:chExt cx="1881224" cy="1818678"/>
          </a:xfrm>
        </p:grpSpPr>
        <p:sp>
          <p:nvSpPr>
            <p:cNvPr id="245" name="Google Shape;245;p18"/>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8"/>
          <p:cNvGrpSpPr/>
          <p:nvPr/>
        </p:nvGrpSpPr>
        <p:grpSpPr>
          <a:xfrm rot="5400000">
            <a:off x="6958448" y="174947"/>
            <a:ext cx="1881224" cy="1818678"/>
            <a:chOff x="644551" y="2624979"/>
            <a:chExt cx="1881224" cy="1818678"/>
          </a:xfrm>
        </p:grpSpPr>
        <p:sp>
          <p:nvSpPr>
            <p:cNvPr id="250" name="Google Shape;250;p18"/>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 name="Google Shape;254;p18"/>
          <p:cNvSpPr txBox="1"/>
          <p:nvPr>
            <p:ph idx="1" type="subTitle"/>
          </p:nvPr>
        </p:nvSpPr>
        <p:spPr>
          <a:xfrm>
            <a:off x="795608" y="2046300"/>
            <a:ext cx="3365100" cy="1050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_2">
    <p:spTree>
      <p:nvGrpSpPr>
        <p:cNvPr id="256" name="Shape 256"/>
        <p:cNvGrpSpPr/>
        <p:nvPr/>
      </p:nvGrpSpPr>
      <p:grpSpPr>
        <a:xfrm>
          <a:off x="0" y="0"/>
          <a:ext cx="0" cy="0"/>
          <a:chOff x="0" y="0"/>
          <a:chExt cx="0" cy="0"/>
        </a:xfrm>
      </p:grpSpPr>
      <p:grpSp>
        <p:nvGrpSpPr>
          <p:cNvPr id="257" name="Google Shape;257;p19"/>
          <p:cNvGrpSpPr/>
          <p:nvPr/>
        </p:nvGrpSpPr>
        <p:grpSpPr>
          <a:xfrm rot="-5400000">
            <a:off x="351849" y="2989238"/>
            <a:ext cx="1989925" cy="1928344"/>
            <a:chOff x="535850" y="2515313"/>
            <a:chExt cx="1989925" cy="1928344"/>
          </a:xfrm>
        </p:grpSpPr>
        <p:sp>
          <p:nvSpPr>
            <p:cNvPr id="258" name="Google Shape;258;p19"/>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9"/>
          <p:cNvGrpSpPr/>
          <p:nvPr/>
        </p:nvGrpSpPr>
        <p:grpSpPr>
          <a:xfrm rot="5400000">
            <a:off x="6806530" y="218164"/>
            <a:ext cx="1989925" cy="1928344"/>
            <a:chOff x="535850" y="2515313"/>
            <a:chExt cx="1989925" cy="1928344"/>
          </a:xfrm>
        </p:grpSpPr>
        <p:sp>
          <p:nvSpPr>
            <p:cNvPr id="265" name="Google Shape;265;p19"/>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2_1">
    <p:spTree>
      <p:nvGrpSpPr>
        <p:cNvPr id="272" name="Shape 272"/>
        <p:cNvGrpSpPr/>
        <p:nvPr/>
      </p:nvGrpSpPr>
      <p:grpSpPr>
        <a:xfrm>
          <a:off x="0" y="0"/>
          <a:ext cx="0" cy="0"/>
          <a:chOff x="0" y="0"/>
          <a:chExt cx="0" cy="0"/>
        </a:xfrm>
      </p:grpSpPr>
      <p:grpSp>
        <p:nvGrpSpPr>
          <p:cNvPr id="273" name="Google Shape;273;p20"/>
          <p:cNvGrpSpPr/>
          <p:nvPr/>
        </p:nvGrpSpPr>
        <p:grpSpPr>
          <a:xfrm>
            <a:off x="8223425" y="329538"/>
            <a:ext cx="410950" cy="410925"/>
            <a:chOff x="5275800" y="1597475"/>
            <a:chExt cx="410950" cy="410925"/>
          </a:xfrm>
        </p:grpSpPr>
        <p:sp>
          <p:nvSpPr>
            <p:cNvPr id="274" name="Google Shape;274;p20"/>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84" name="Google Shape;284;p20"/>
          <p:cNvGrpSpPr/>
          <p:nvPr/>
        </p:nvGrpSpPr>
        <p:grpSpPr>
          <a:xfrm rot="-5400000">
            <a:off x="4348226" y="2068026"/>
            <a:ext cx="447547" cy="5538132"/>
            <a:chOff x="6083600" y="3072400"/>
            <a:chExt cx="125125" cy="1371300"/>
          </a:xfrm>
        </p:grpSpPr>
        <p:sp>
          <p:nvSpPr>
            <p:cNvPr id="285" name="Google Shape;285;p20"/>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0"/>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0"/>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2_1_1">
    <p:spTree>
      <p:nvGrpSpPr>
        <p:cNvPr id="291" name="Shape 291"/>
        <p:cNvGrpSpPr/>
        <p:nvPr/>
      </p:nvGrpSpPr>
      <p:grpSpPr>
        <a:xfrm>
          <a:off x="0" y="0"/>
          <a:ext cx="0" cy="0"/>
          <a:chOff x="0" y="0"/>
          <a:chExt cx="0" cy="0"/>
        </a:xfrm>
      </p:grpSpPr>
      <p:sp>
        <p:nvSpPr>
          <p:cNvPr id="292" name="Google Shape;292;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93" name="Google Shape;293;p21"/>
          <p:cNvGrpSpPr/>
          <p:nvPr/>
        </p:nvGrpSpPr>
        <p:grpSpPr>
          <a:xfrm>
            <a:off x="332580" y="2063068"/>
            <a:ext cx="155451" cy="3091510"/>
            <a:chOff x="714230" y="2051917"/>
            <a:chExt cx="155451" cy="3091510"/>
          </a:xfrm>
        </p:grpSpPr>
        <p:sp>
          <p:nvSpPr>
            <p:cNvPr id="294" name="Google Shape;294;p21"/>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1"/>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21"/>
          <p:cNvGrpSpPr/>
          <p:nvPr/>
        </p:nvGrpSpPr>
        <p:grpSpPr>
          <a:xfrm>
            <a:off x="8655980" y="2063068"/>
            <a:ext cx="155451" cy="3091510"/>
            <a:chOff x="714230" y="2051917"/>
            <a:chExt cx="155451" cy="3091510"/>
          </a:xfrm>
        </p:grpSpPr>
        <p:sp>
          <p:nvSpPr>
            <p:cNvPr id="300" name="Google Shape;300;p21"/>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05" name="Shape 305"/>
        <p:cNvGrpSpPr/>
        <p:nvPr/>
      </p:nvGrpSpPr>
      <p:grpSpPr>
        <a:xfrm>
          <a:off x="0" y="0"/>
          <a:ext cx="0" cy="0"/>
          <a:chOff x="0" y="0"/>
          <a:chExt cx="0" cy="0"/>
        </a:xfrm>
      </p:grpSpPr>
      <p:grpSp>
        <p:nvGrpSpPr>
          <p:cNvPr id="306" name="Google Shape;306;p22"/>
          <p:cNvGrpSpPr/>
          <p:nvPr/>
        </p:nvGrpSpPr>
        <p:grpSpPr>
          <a:xfrm>
            <a:off x="98568" y="-24"/>
            <a:ext cx="623446" cy="4129641"/>
            <a:chOff x="403368" y="-24"/>
            <a:chExt cx="623446" cy="4129641"/>
          </a:xfrm>
        </p:grpSpPr>
        <p:sp>
          <p:nvSpPr>
            <p:cNvPr id="307" name="Google Shape;307;p2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22"/>
          <p:cNvGrpSpPr/>
          <p:nvPr/>
        </p:nvGrpSpPr>
        <p:grpSpPr>
          <a:xfrm rot="10800000">
            <a:off x="8421968" y="1013851"/>
            <a:ext cx="623446" cy="4129641"/>
            <a:chOff x="403368" y="-24"/>
            <a:chExt cx="623446" cy="4129641"/>
          </a:xfrm>
        </p:grpSpPr>
        <p:sp>
          <p:nvSpPr>
            <p:cNvPr id="314" name="Google Shape;314;p2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22"/>
          <p:cNvSpPr txBox="1"/>
          <p:nvPr>
            <p:ph idx="1" type="subTitle"/>
          </p:nvPr>
        </p:nvSpPr>
        <p:spPr>
          <a:xfrm>
            <a:off x="1181425" y="2303125"/>
            <a:ext cx="2907600" cy="18678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1" name="Google Shape;321;p22"/>
          <p:cNvSpPr txBox="1"/>
          <p:nvPr>
            <p:ph idx="2" type="subTitle"/>
          </p:nvPr>
        </p:nvSpPr>
        <p:spPr>
          <a:xfrm>
            <a:off x="4836300" y="2303125"/>
            <a:ext cx="2907600" cy="186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2" name="Google Shape;322;p22"/>
          <p:cNvSpPr txBox="1"/>
          <p:nvPr>
            <p:ph type="title"/>
          </p:nvPr>
        </p:nvSpPr>
        <p:spPr>
          <a:xfrm>
            <a:off x="720000" y="1703763"/>
            <a:ext cx="36159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23" name="Google Shape;323;p22"/>
          <p:cNvSpPr txBox="1"/>
          <p:nvPr>
            <p:ph idx="3" type="title"/>
          </p:nvPr>
        </p:nvSpPr>
        <p:spPr>
          <a:xfrm>
            <a:off x="4808150" y="1703763"/>
            <a:ext cx="36159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24" name="Shape 324"/>
        <p:cNvGrpSpPr/>
        <p:nvPr/>
      </p:nvGrpSpPr>
      <p:grpSpPr>
        <a:xfrm>
          <a:off x="0" y="0"/>
          <a:ext cx="0" cy="0"/>
          <a:chOff x="0" y="0"/>
          <a:chExt cx="0" cy="0"/>
        </a:xfrm>
      </p:grpSpPr>
      <p:grpSp>
        <p:nvGrpSpPr>
          <p:cNvPr id="325" name="Google Shape;325;p23"/>
          <p:cNvGrpSpPr/>
          <p:nvPr/>
        </p:nvGrpSpPr>
        <p:grpSpPr>
          <a:xfrm>
            <a:off x="98568" y="-24"/>
            <a:ext cx="623446" cy="4129641"/>
            <a:chOff x="403368" y="-24"/>
            <a:chExt cx="623446" cy="4129641"/>
          </a:xfrm>
        </p:grpSpPr>
        <p:sp>
          <p:nvSpPr>
            <p:cNvPr id="326" name="Google Shape;326;p2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23"/>
          <p:cNvGrpSpPr/>
          <p:nvPr/>
        </p:nvGrpSpPr>
        <p:grpSpPr>
          <a:xfrm rot="10800000">
            <a:off x="8421968" y="1013851"/>
            <a:ext cx="623446" cy="4129641"/>
            <a:chOff x="403368" y="-24"/>
            <a:chExt cx="623446" cy="4129641"/>
          </a:xfrm>
        </p:grpSpPr>
        <p:sp>
          <p:nvSpPr>
            <p:cNvPr id="333" name="Google Shape;333;p2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 name="Google Shape;339;p23"/>
          <p:cNvSpPr txBox="1"/>
          <p:nvPr>
            <p:ph idx="1" type="subTitle"/>
          </p:nvPr>
        </p:nvSpPr>
        <p:spPr>
          <a:xfrm>
            <a:off x="1498813" y="3484883"/>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340" name="Google Shape;340;p23"/>
          <p:cNvSpPr txBox="1"/>
          <p:nvPr>
            <p:ph idx="2" type="subTitle"/>
          </p:nvPr>
        </p:nvSpPr>
        <p:spPr>
          <a:xfrm>
            <a:off x="5153688" y="3523458"/>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341" name="Google Shape;341;p2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42" name="Google Shape;342;p23"/>
          <p:cNvSpPr txBox="1"/>
          <p:nvPr>
            <p:ph idx="3" type="subTitle"/>
          </p:nvPr>
        </p:nvSpPr>
        <p:spPr>
          <a:xfrm>
            <a:off x="1498825" y="4021525"/>
            <a:ext cx="2491500" cy="548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1600"/>
              </a:spcBef>
              <a:spcAft>
                <a:spcPts val="0"/>
              </a:spcAft>
              <a:buSzPts val="1400"/>
              <a:buNone/>
              <a:defRPr/>
            </a:lvl2pPr>
            <a:lvl3pPr lvl="2" algn="ctr">
              <a:spcBef>
                <a:spcPts val="160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160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p:txBody>
      </p:sp>
      <p:sp>
        <p:nvSpPr>
          <p:cNvPr id="343" name="Google Shape;343;p23"/>
          <p:cNvSpPr txBox="1"/>
          <p:nvPr>
            <p:ph idx="4" type="subTitle"/>
          </p:nvPr>
        </p:nvSpPr>
        <p:spPr>
          <a:xfrm>
            <a:off x="5153700" y="4060100"/>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44" name="Shape 344"/>
        <p:cNvGrpSpPr/>
        <p:nvPr/>
      </p:nvGrpSpPr>
      <p:grpSpPr>
        <a:xfrm>
          <a:off x="0" y="0"/>
          <a:ext cx="0" cy="0"/>
          <a:chOff x="0" y="0"/>
          <a:chExt cx="0" cy="0"/>
        </a:xfrm>
      </p:grpSpPr>
      <p:grpSp>
        <p:nvGrpSpPr>
          <p:cNvPr id="345" name="Google Shape;345;p24"/>
          <p:cNvGrpSpPr/>
          <p:nvPr/>
        </p:nvGrpSpPr>
        <p:grpSpPr>
          <a:xfrm flipH="1">
            <a:off x="8415175" y="215388"/>
            <a:ext cx="332250" cy="334425"/>
            <a:chOff x="4618500" y="3002875"/>
            <a:chExt cx="332250" cy="334425"/>
          </a:xfrm>
        </p:grpSpPr>
        <p:sp>
          <p:nvSpPr>
            <p:cNvPr id="346" name="Google Shape;346;p24"/>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4"/>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4"/>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24"/>
          <p:cNvGrpSpPr/>
          <p:nvPr/>
        </p:nvGrpSpPr>
        <p:grpSpPr>
          <a:xfrm flipH="1">
            <a:off x="396575" y="4593675"/>
            <a:ext cx="332250" cy="334425"/>
            <a:chOff x="4618500" y="3002875"/>
            <a:chExt cx="332250" cy="334425"/>
          </a:xfrm>
        </p:grpSpPr>
        <p:sp>
          <p:nvSpPr>
            <p:cNvPr id="352" name="Google Shape;352;p24"/>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4"/>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4"/>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57" name="Google Shape;357;p24"/>
          <p:cNvCxnSpPr/>
          <p:nvPr/>
        </p:nvCxnSpPr>
        <p:spPr>
          <a:xfrm>
            <a:off x="8582000" y="7408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358" name="Google Shape;358;p24"/>
          <p:cNvCxnSpPr/>
          <p:nvPr/>
        </p:nvCxnSpPr>
        <p:spPr>
          <a:xfrm>
            <a:off x="562700" y="6885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359" name="Google Shape;359;p24"/>
          <p:cNvCxnSpPr/>
          <p:nvPr/>
        </p:nvCxnSpPr>
        <p:spPr>
          <a:xfrm rot="10800000">
            <a:off x="4836625" y="3786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360" name="Google Shape;360;p24"/>
          <p:cNvCxnSpPr/>
          <p:nvPr/>
        </p:nvCxnSpPr>
        <p:spPr>
          <a:xfrm rot="10800000">
            <a:off x="980350" y="47609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361" name="Google Shape;361;p24"/>
          <p:cNvSpPr txBox="1"/>
          <p:nvPr>
            <p:ph idx="1" type="subTitle"/>
          </p:nvPr>
        </p:nvSpPr>
        <p:spPr>
          <a:xfrm>
            <a:off x="7200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2" name="Google Shape;362;p24"/>
          <p:cNvSpPr txBox="1"/>
          <p:nvPr>
            <p:ph idx="2" type="subTitle"/>
          </p:nvPr>
        </p:nvSpPr>
        <p:spPr>
          <a:xfrm>
            <a:off x="7200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3" name="Google Shape;363;p24"/>
          <p:cNvSpPr txBox="1"/>
          <p:nvPr>
            <p:ph idx="3" type="subTitle"/>
          </p:nvPr>
        </p:nvSpPr>
        <p:spPr>
          <a:xfrm>
            <a:off x="34038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4" name="Google Shape;364;p24"/>
          <p:cNvSpPr txBox="1"/>
          <p:nvPr>
            <p:ph idx="4" type="subTitle"/>
          </p:nvPr>
        </p:nvSpPr>
        <p:spPr>
          <a:xfrm>
            <a:off x="60876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5" name="Google Shape;365;p2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66" name="Google Shape;366;p24"/>
          <p:cNvSpPr txBox="1"/>
          <p:nvPr>
            <p:ph idx="5" type="subTitle"/>
          </p:nvPr>
        </p:nvSpPr>
        <p:spPr>
          <a:xfrm>
            <a:off x="34038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7" name="Google Shape;367;p24"/>
          <p:cNvSpPr txBox="1"/>
          <p:nvPr>
            <p:ph idx="6" type="subTitle"/>
          </p:nvPr>
        </p:nvSpPr>
        <p:spPr>
          <a:xfrm>
            <a:off x="60876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368" name="Shape 368"/>
        <p:cNvGrpSpPr/>
        <p:nvPr/>
      </p:nvGrpSpPr>
      <p:grpSpPr>
        <a:xfrm>
          <a:off x="0" y="0"/>
          <a:ext cx="0" cy="0"/>
          <a:chOff x="0" y="0"/>
          <a:chExt cx="0" cy="0"/>
        </a:xfrm>
      </p:grpSpPr>
      <p:sp>
        <p:nvSpPr>
          <p:cNvPr id="369" name="Google Shape;369;p2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70" name="Google Shape;370;p25"/>
          <p:cNvSpPr txBox="1"/>
          <p:nvPr>
            <p:ph idx="1" type="subTitle"/>
          </p:nvPr>
        </p:nvSpPr>
        <p:spPr>
          <a:xfrm>
            <a:off x="7200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1" name="Google Shape;371;p25"/>
          <p:cNvSpPr txBox="1"/>
          <p:nvPr>
            <p:ph idx="2" type="subTitle"/>
          </p:nvPr>
        </p:nvSpPr>
        <p:spPr>
          <a:xfrm>
            <a:off x="7200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2" name="Google Shape;372;p25"/>
          <p:cNvSpPr txBox="1"/>
          <p:nvPr>
            <p:ph idx="3" type="subTitle"/>
          </p:nvPr>
        </p:nvSpPr>
        <p:spPr>
          <a:xfrm>
            <a:off x="34038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 name="Google Shape;373;p25"/>
          <p:cNvSpPr txBox="1"/>
          <p:nvPr>
            <p:ph idx="4" type="subTitle"/>
          </p:nvPr>
        </p:nvSpPr>
        <p:spPr>
          <a:xfrm>
            <a:off x="60876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4" name="Google Shape;374;p25"/>
          <p:cNvSpPr txBox="1"/>
          <p:nvPr>
            <p:ph idx="5" type="subTitle"/>
          </p:nvPr>
        </p:nvSpPr>
        <p:spPr>
          <a:xfrm>
            <a:off x="34038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5" name="Google Shape;375;p25"/>
          <p:cNvSpPr txBox="1"/>
          <p:nvPr>
            <p:ph idx="6" type="subTitle"/>
          </p:nvPr>
        </p:nvSpPr>
        <p:spPr>
          <a:xfrm>
            <a:off x="60876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376" name="Google Shape;376;p25"/>
          <p:cNvCxnSpPr/>
          <p:nvPr/>
        </p:nvCxnSpPr>
        <p:spPr>
          <a:xfrm>
            <a:off x="724925" y="4610000"/>
            <a:ext cx="7707900" cy="0"/>
          </a:xfrm>
          <a:prstGeom prst="straightConnector1">
            <a:avLst/>
          </a:prstGeom>
          <a:noFill/>
          <a:ln cap="flat" cmpd="sng" w="9525">
            <a:solidFill>
              <a:schemeClr val="lt1"/>
            </a:solidFill>
            <a:prstDash val="solid"/>
            <a:round/>
            <a:headEnd len="med" w="med" type="diamond"/>
            <a:tailEnd len="med" w="med" type="diamon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77" name="Shape 377"/>
        <p:cNvGrpSpPr/>
        <p:nvPr/>
      </p:nvGrpSpPr>
      <p:grpSpPr>
        <a:xfrm>
          <a:off x="0" y="0"/>
          <a:ext cx="0" cy="0"/>
          <a:chOff x="0" y="0"/>
          <a:chExt cx="0" cy="0"/>
        </a:xfrm>
      </p:grpSpPr>
      <p:sp>
        <p:nvSpPr>
          <p:cNvPr id="378" name="Google Shape;378;p26"/>
          <p:cNvSpPr txBox="1"/>
          <p:nvPr>
            <p:ph idx="1" type="subTitle"/>
          </p:nvPr>
        </p:nvSpPr>
        <p:spPr>
          <a:xfrm>
            <a:off x="715100" y="18649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9" name="Google Shape;379;p26"/>
          <p:cNvSpPr txBox="1"/>
          <p:nvPr>
            <p:ph idx="2" type="subTitle"/>
          </p:nvPr>
        </p:nvSpPr>
        <p:spPr>
          <a:xfrm>
            <a:off x="715100" y="2207275"/>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26"/>
          <p:cNvSpPr txBox="1"/>
          <p:nvPr>
            <p:ph idx="3" type="subTitle"/>
          </p:nvPr>
        </p:nvSpPr>
        <p:spPr>
          <a:xfrm>
            <a:off x="5561802" y="2207275"/>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1" name="Google Shape;381;p26"/>
          <p:cNvSpPr txBox="1"/>
          <p:nvPr>
            <p:ph idx="4" type="subTitle"/>
          </p:nvPr>
        </p:nvSpPr>
        <p:spPr>
          <a:xfrm>
            <a:off x="715100" y="3458750"/>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2" name="Google Shape;382;p26"/>
          <p:cNvSpPr txBox="1"/>
          <p:nvPr>
            <p:ph idx="5" type="subTitle"/>
          </p:nvPr>
        </p:nvSpPr>
        <p:spPr>
          <a:xfrm>
            <a:off x="5561802" y="3458750"/>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3" name="Google Shape;383;p2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84" name="Google Shape;384;p26"/>
          <p:cNvSpPr txBox="1"/>
          <p:nvPr>
            <p:ph idx="6" type="subTitle"/>
          </p:nvPr>
        </p:nvSpPr>
        <p:spPr>
          <a:xfrm>
            <a:off x="715100" y="31165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85" name="Google Shape;385;p26"/>
          <p:cNvSpPr txBox="1"/>
          <p:nvPr>
            <p:ph idx="7" type="subTitle"/>
          </p:nvPr>
        </p:nvSpPr>
        <p:spPr>
          <a:xfrm>
            <a:off x="5561800" y="18649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86" name="Google Shape;386;p26"/>
          <p:cNvSpPr txBox="1"/>
          <p:nvPr>
            <p:ph idx="8" type="subTitle"/>
          </p:nvPr>
        </p:nvSpPr>
        <p:spPr>
          <a:xfrm>
            <a:off x="5561800" y="31165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387" name="Google Shape;387;p26"/>
          <p:cNvGrpSpPr/>
          <p:nvPr/>
        </p:nvGrpSpPr>
        <p:grpSpPr>
          <a:xfrm>
            <a:off x="4233309" y="4322131"/>
            <a:ext cx="677382" cy="572735"/>
            <a:chOff x="4122450" y="2595825"/>
            <a:chExt cx="899100" cy="760200"/>
          </a:xfrm>
        </p:grpSpPr>
        <p:cxnSp>
          <p:nvCxnSpPr>
            <p:cNvPr id="388" name="Google Shape;388;p26"/>
            <p:cNvCxnSpPr/>
            <p:nvPr/>
          </p:nvCxnSpPr>
          <p:spPr>
            <a:xfrm>
              <a:off x="4572000" y="2595825"/>
              <a:ext cx="0" cy="760200"/>
            </a:xfrm>
            <a:prstGeom prst="straightConnector1">
              <a:avLst/>
            </a:prstGeom>
            <a:noFill/>
            <a:ln cap="flat" cmpd="sng" w="19050">
              <a:solidFill>
                <a:schemeClr val="lt1"/>
              </a:solidFill>
              <a:prstDash val="solid"/>
              <a:round/>
              <a:headEnd len="med" w="med" type="none"/>
              <a:tailEnd len="med" w="med" type="none"/>
            </a:ln>
          </p:spPr>
        </p:cxnSp>
        <p:cxnSp>
          <p:nvCxnSpPr>
            <p:cNvPr id="389" name="Google Shape;389;p26"/>
            <p:cNvCxnSpPr/>
            <p:nvPr/>
          </p:nvCxnSpPr>
          <p:spPr>
            <a:xfrm>
              <a:off x="4122450" y="2969525"/>
              <a:ext cx="899100" cy="0"/>
            </a:xfrm>
            <a:prstGeom prst="straightConnector1">
              <a:avLst/>
            </a:prstGeom>
            <a:noFill/>
            <a:ln cap="flat" cmpd="sng" w="19050">
              <a:solidFill>
                <a:schemeClr val="lt1"/>
              </a:solidFill>
              <a:prstDash val="solid"/>
              <a:round/>
              <a:headEnd len="med" w="med" type="none"/>
              <a:tailEnd len="med" w="med" type="none"/>
            </a:ln>
          </p:spPr>
        </p:cxnSp>
      </p:grpSp>
      <p:cxnSp>
        <p:nvCxnSpPr>
          <p:cNvPr id="390" name="Google Shape;390;p26"/>
          <p:cNvCxnSpPr/>
          <p:nvPr/>
        </p:nvCxnSpPr>
        <p:spPr>
          <a:xfrm rot="10800000">
            <a:off x="715100" y="4608500"/>
            <a:ext cx="2862900" cy="0"/>
          </a:xfrm>
          <a:prstGeom prst="straightConnector1">
            <a:avLst/>
          </a:prstGeom>
          <a:noFill/>
          <a:ln cap="flat" cmpd="sng" w="19050">
            <a:solidFill>
              <a:schemeClr val="lt1"/>
            </a:solidFill>
            <a:prstDash val="solid"/>
            <a:round/>
            <a:headEnd len="med" w="med" type="none"/>
            <a:tailEnd len="med" w="med" type="oval"/>
          </a:ln>
        </p:spPr>
      </p:cxnSp>
      <p:cxnSp>
        <p:nvCxnSpPr>
          <p:cNvPr id="391" name="Google Shape;391;p26"/>
          <p:cNvCxnSpPr/>
          <p:nvPr/>
        </p:nvCxnSpPr>
        <p:spPr>
          <a:xfrm>
            <a:off x="5563900" y="4608500"/>
            <a:ext cx="28629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92" name="Shape 392"/>
        <p:cNvGrpSpPr/>
        <p:nvPr/>
      </p:nvGrpSpPr>
      <p:grpSpPr>
        <a:xfrm>
          <a:off x="0" y="0"/>
          <a:ext cx="0" cy="0"/>
          <a:chOff x="0" y="0"/>
          <a:chExt cx="0" cy="0"/>
        </a:xfrm>
      </p:grpSpPr>
      <p:cxnSp>
        <p:nvCxnSpPr>
          <p:cNvPr id="393" name="Google Shape;393;p27"/>
          <p:cNvCxnSpPr/>
          <p:nvPr/>
        </p:nvCxnSpPr>
        <p:spPr>
          <a:xfrm>
            <a:off x="716950" y="4773325"/>
            <a:ext cx="7703100" cy="0"/>
          </a:xfrm>
          <a:prstGeom prst="straightConnector1">
            <a:avLst/>
          </a:prstGeom>
          <a:noFill/>
          <a:ln cap="flat" cmpd="sng" w="19050">
            <a:solidFill>
              <a:schemeClr val="dk2"/>
            </a:solidFill>
            <a:prstDash val="solid"/>
            <a:round/>
            <a:headEnd len="med" w="med" type="diamond"/>
            <a:tailEnd len="med" w="med" type="diamond"/>
          </a:ln>
        </p:spPr>
      </p:cxnSp>
      <p:sp>
        <p:nvSpPr>
          <p:cNvPr id="394" name="Google Shape;394;p2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95" name="Google Shape;395;p27"/>
          <p:cNvSpPr txBox="1"/>
          <p:nvPr>
            <p:ph idx="1" type="subTitle"/>
          </p:nvPr>
        </p:nvSpPr>
        <p:spPr>
          <a:xfrm>
            <a:off x="7200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6" name="Google Shape;396;p27"/>
          <p:cNvSpPr txBox="1"/>
          <p:nvPr>
            <p:ph idx="2" type="subTitle"/>
          </p:nvPr>
        </p:nvSpPr>
        <p:spPr>
          <a:xfrm>
            <a:off x="34038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7" name="Google Shape;397;p27"/>
          <p:cNvSpPr txBox="1"/>
          <p:nvPr>
            <p:ph idx="3" type="subTitle"/>
          </p:nvPr>
        </p:nvSpPr>
        <p:spPr>
          <a:xfrm>
            <a:off x="60876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8" name="Google Shape;398;p27"/>
          <p:cNvSpPr txBox="1"/>
          <p:nvPr>
            <p:ph idx="4" type="subTitle"/>
          </p:nvPr>
        </p:nvSpPr>
        <p:spPr>
          <a:xfrm>
            <a:off x="7200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9" name="Google Shape;399;p27"/>
          <p:cNvSpPr txBox="1"/>
          <p:nvPr>
            <p:ph idx="5" type="subTitle"/>
          </p:nvPr>
        </p:nvSpPr>
        <p:spPr>
          <a:xfrm>
            <a:off x="34038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0" name="Google Shape;400;p27"/>
          <p:cNvSpPr txBox="1"/>
          <p:nvPr>
            <p:ph idx="6" type="subTitle"/>
          </p:nvPr>
        </p:nvSpPr>
        <p:spPr>
          <a:xfrm>
            <a:off x="60876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27"/>
          <p:cNvSpPr txBox="1"/>
          <p:nvPr>
            <p:ph idx="7" type="subTitle"/>
          </p:nvPr>
        </p:nvSpPr>
        <p:spPr>
          <a:xfrm>
            <a:off x="7151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2" name="Google Shape;402;p27"/>
          <p:cNvSpPr txBox="1"/>
          <p:nvPr>
            <p:ph idx="8" type="subTitle"/>
          </p:nvPr>
        </p:nvSpPr>
        <p:spPr>
          <a:xfrm>
            <a:off x="34038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3" name="Google Shape;403;p27"/>
          <p:cNvSpPr txBox="1"/>
          <p:nvPr>
            <p:ph idx="9" type="subTitle"/>
          </p:nvPr>
        </p:nvSpPr>
        <p:spPr>
          <a:xfrm>
            <a:off x="60925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4" name="Google Shape;404;p27"/>
          <p:cNvSpPr txBox="1"/>
          <p:nvPr>
            <p:ph idx="13" type="subTitle"/>
          </p:nvPr>
        </p:nvSpPr>
        <p:spPr>
          <a:xfrm>
            <a:off x="7151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5" name="Google Shape;405;p27"/>
          <p:cNvSpPr txBox="1"/>
          <p:nvPr>
            <p:ph idx="14" type="subTitle"/>
          </p:nvPr>
        </p:nvSpPr>
        <p:spPr>
          <a:xfrm>
            <a:off x="34038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6" name="Google Shape;406;p27"/>
          <p:cNvSpPr txBox="1"/>
          <p:nvPr>
            <p:ph idx="15" type="subTitle"/>
          </p:nvPr>
        </p:nvSpPr>
        <p:spPr>
          <a:xfrm>
            <a:off x="60925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07" name="Shape 407"/>
        <p:cNvGrpSpPr/>
        <p:nvPr/>
      </p:nvGrpSpPr>
      <p:grpSpPr>
        <a:xfrm>
          <a:off x="0" y="0"/>
          <a:ext cx="0" cy="0"/>
          <a:chOff x="0" y="0"/>
          <a:chExt cx="0" cy="0"/>
        </a:xfrm>
      </p:grpSpPr>
      <p:sp>
        <p:nvSpPr>
          <p:cNvPr id="408" name="Google Shape;408;p28"/>
          <p:cNvSpPr txBox="1"/>
          <p:nvPr>
            <p:ph hasCustomPrompt="1" type="title"/>
          </p:nvPr>
        </p:nvSpPr>
        <p:spPr>
          <a:xfrm>
            <a:off x="2308950" y="697375"/>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09" name="Google Shape;409;p28"/>
          <p:cNvSpPr txBox="1"/>
          <p:nvPr>
            <p:ph idx="1" type="subTitle"/>
          </p:nvPr>
        </p:nvSpPr>
        <p:spPr>
          <a:xfrm>
            <a:off x="2308950" y="145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28"/>
          <p:cNvSpPr txBox="1"/>
          <p:nvPr>
            <p:ph hasCustomPrompt="1" idx="2" type="title"/>
          </p:nvPr>
        </p:nvSpPr>
        <p:spPr>
          <a:xfrm>
            <a:off x="2308950" y="2077317"/>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1" name="Google Shape;411;p28"/>
          <p:cNvSpPr txBox="1"/>
          <p:nvPr>
            <p:ph idx="3" type="subTitle"/>
          </p:nvPr>
        </p:nvSpPr>
        <p:spPr>
          <a:xfrm>
            <a:off x="2308950" y="2838249"/>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2" name="Google Shape;412;p28"/>
          <p:cNvSpPr txBox="1"/>
          <p:nvPr>
            <p:ph hasCustomPrompt="1" idx="4" type="title"/>
          </p:nvPr>
        </p:nvSpPr>
        <p:spPr>
          <a:xfrm>
            <a:off x="2308950" y="3457271"/>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3" name="Google Shape;413;p28"/>
          <p:cNvSpPr txBox="1"/>
          <p:nvPr>
            <p:ph idx="5" type="subTitle"/>
          </p:nvPr>
        </p:nvSpPr>
        <p:spPr>
          <a:xfrm>
            <a:off x="2308950" y="421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14" name="Google Shape;414;p28"/>
          <p:cNvGrpSpPr/>
          <p:nvPr/>
        </p:nvGrpSpPr>
        <p:grpSpPr>
          <a:xfrm>
            <a:off x="8262775" y="892888"/>
            <a:ext cx="332250" cy="4250612"/>
            <a:chOff x="8262775" y="892888"/>
            <a:chExt cx="332250" cy="4250612"/>
          </a:xfrm>
        </p:grpSpPr>
        <p:grpSp>
          <p:nvGrpSpPr>
            <p:cNvPr id="415" name="Google Shape;415;p28"/>
            <p:cNvGrpSpPr/>
            <p:nvPr/>
          </p:nvGrpSpPr>
          <p:grpSpPr>
            <a:xfrm flipH="1">
              <a:off x="8262775" y="892888"/>
              <a:ext cx="332250" cy="334425"/>
              <a:chOff x="4618500" y="3002875"/>
              <a:chExt cx="332250" cy="334425"/>
            </a:xfrm>
          </p:grpSpPr>
          <p:sp>
            <p:nvSpPr>
              <p:cNvPr id="416" name="Google Shape;416;p28"/>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1" name="Google Shape;421;p28"/>
            <p:cNvCxnSpPr/>
            <p:nvPr/>
          </p:nvCxnSpPr>
          <p:spPr>
            <a:xfrm>
              <a:off x="8429600" y="1418399"/>
              <a:ext cx="0" cy="3725100"/>
            </a:xfrm>
            <a:prstGeom prst="straightConnector1">
              <a:avLst/>
            </a:prstGeom>
            <a:noFill/>
            <a:ln cap="flat" cmpd="sng" w="19050">
              <a:solidFill>
                <a:schemeClr val="accent2"/>
              </a:solidFill>
              <a:prstDash val="solid"/>
              <a:round/>
              <a:headEnd len="med" w="med" type="none"/>
              <a:tailEnd len="med" w="med" type="none"/>
            </a:ln>
          </p:spPr>
        </p:cxnSp>
      </p:grpSp>
      <p:grpSp>
        <p:nvGrpSpPr>
          <p:cNvPr id="422" name="Google Shape;422;p28"/>
          <p:cNvGrpSpPr/>
          <p:nvPr/>
        </p:nvGrpSpPr>
        <p:grpSpPr>
          <a:xfrm>
            <a:off x="548975" y="0"/>
            <a:ext cx="332250" cy="4239575"/>
            <a:chOff x="548975" y="0"/>
            <a:chExt cx="332250" cy="4239575"/>
          </a:xfrm>
        </p:grpSpPr>
        <p:grpSp>
          <p:nvGrpSpPr>
            <p:cNvPr id="423" name="Google Shape;423;p28"/>
            <p:cNvGrpSpPr/>
            <p:nvPr/>
          </p:nvGrpSpPr>
          <p:grpSpPr>
            <a:xfrm flipH="1">
              <a:off x="548975" y="3905150"/>
              <a:ext cx="332250" cy="334425"/>
              <a:chOff x="4618500" y="3002875"/>
              <a:chExt cx="332250" cy="334425"/>
            </a:xfrm>
          </p:grpSpPr>
          <p:sp>
            <p:nvSpPr>
              <p:cNvPr id="424" name="Google Shape;424;p28"/>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9" name="Google Shape;429;p28"/>
            <p:cNvCxnSpPr/>
            <p:nvPr/>
          </p:nvCxnSpPr>
          <p:spPr>
            <a:xfrm>
              <a:off x="715100" y="0"/>
              <a:ext cx="0" cy="372480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30" name="Shape 430"/>
        <p:cNvGrpSpPr/>
        <p:nvPr/>
      </p:nvGrpSpPr>
      <p:grpSpPr>
        <a:xfrm>
          <a:off x="0" y="0"/>
          <a:ext cx="0" cy="0"/>
          <a:chOff x="0" y="0"/>
          <a:chExt cx="0" cy="0"/>
        </a:xfrm>
      </p:grpSpPr>
      <p:sp>
        <p:nvSpPr>
          <p:cNvPr id="431" name="Google Shape;431;p29"/>
          <p:cNvSpPr txBox="1"/>
          <p:nvPr>
            <p:ph type="ctrTitle"/>
          </p:nvPr>
        </p:nvSpPr>
        <p:spPr>
          <a:xfrm>
            <a:off x="2425050" y="535000"/>
            <a:ext cx="4293900" cy="89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32" name="Google Shape;432;p29"/>
          <p:cNvSpPr txBox="1"/>
          <p:nvPr>
            <p:ph idx="1" type="subTitle"/>
          </p:nvPr>
        </p:nvSpPr>
        <p:spPr>
          <a:xfrm>
            <a:off x="2425075" y="1531325"/>
            <a:ext cx="4293900" cy="12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33" name="Google Shape;433;p29"/>
          <p:cNvSpPr txBox="1"/>
          <p:nvPr/>
        </p:nvSpPr>
        <p:spPr>
          <a:xfrm>
            <a:off x="2425200" y="3518350"/>
            <a:ext cx="4293900" cy="6699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100">
                <a:solidFill>
                  <a:schemeClr val="lt1"/>
                </a:solidFill>
                <a:latin typeface="Montserrat"/>
                <a:ea typeface="Montserrat"/>
                <a:cs typeface="Montserrat"/>
                <a:sym typeface="Montserrat"/>
              </a:rPr>
              <a:t>CREDITS: This presentation template was created by </a:t>
            </a:r>
            <a:r>
              <a:rPr b="1" lang="en" sz="1100">
                <a:solidFill>
                  <a:schemeClr val="lt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lt1"/>
                </a:solidFill>
                <a:latin typeface="Montserrat"/>
                <a:ea typeface="Montserrat"/>
                <a:cs typeface="Montserrat"/>
                <a:sym typeface="Montserrat"/>
              </a:rPr>
              <a:t>, and includes icons by </a:t>
            </a:r>
            <a:r>
              <a:rPr b="1" lang="en" sz="1100">
                <a:solidFill>
                  <a:schemeClr val="lt1"/>
                </a:solidFill>
                <a:uFill>
                  <a:noFill/>
                </a:uFill>
                <a:latin typeface="Montserrat"/>
                <a:ea typeface="Montserrat"/>
                <a:cs typeface="Montserrat"/>
                <a:sym typeface="Montserrat"/>
                <a:hlinkClick r:id="rId3">
                  <a:extLst>
                    <a:ext uri="{A12FA001-AC4F-418D-AE19-62706E023703}">
                      <ahyp:hlinkClr val="tx"/>
                    </a:ext>
                  </a:extLst>
                </a:hlinkClick>
              </a:rPr>
              <a:t>Flaticon</a:t>
            </a:r>
            <a:r>
              <a:rPr b="1" lang="en" sz="1100">
                <a:solidFill>
                  <a:schemeClr val="lt1"/>
                </a:solidFill>
                <a:latin typeface="Montserrat"/>
                <a:ea typeface="Montserrat"/>
                <a:cs typeface="Montserrat"/>
                <a:sym typeface="Montserrat"/>
              </a:rPr>
              <a:t> </a:t>
            </a:r>
            <a:r>
              <a:rPr lang="en" sz="1100">
                <a:solidFill>
                  <a:schemeClr val="lt1"/>
                </a:solidFill>
                <a:latin typeface="Montserrat"/>
                <a:ea typeface="Montserrat"/>
                <a:cs typeface="Montserrat"/>
                <a:sym typeface="Montserrat"/>
              </a:rPr>
              <a:t>and infographics &amp; images by </a:t>
            </a:r>
            <a:r>
              <a:rPr b="1" lang="en" sz="1100">
                <a:solidFill>
                  <a:schemeClr val="lt1"/>
                </a:solidFill>
                <a:uFill>
                  <a:noFill/>
                </a:uFill>
                <a:latin typeface="Montserrat"/>
                <a:ea typeface="Montserrat"/>
                <a:cs typeface="Montserrat"/>
                <a:sym typeface="Montserrat"/>
                <a:hlinkClick r:id="rId4">
                  <a:extLst>
                    <a:ext uri="{A12FA001-AC4F-418D-AE19-62706E023703}">
                      <ahyp:hlinkClr val="tx"/>
                    </a:ext>
                  </a:extLst>
                </a:hlinkClick>
              </a:rPr>
              <a:t>Freepik</a:t>
            </a:r>
            <a:endParaRPr sz="1100">
              <a:solidFill>
                <a:schemeClr val="lt1"/>
              </a:solidFill>
              <a:latin typeface="Montserrat"/>
              <a:ea typeface="Montserrat"/>
              <a:cs typeface="Montserrat"/>
              <a:sym typeface="Montserra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34" name="Shape 434"/>
        <p:cNvGrpSpPr/>
        <p:nvPr/>
      </p:nvGrpSpPr>
      <p:grpSpPr>
        <a:xfrm>
          <a:off x="0" y="0"/>
          <a:ext cx="0" cy="0"/>
          <a:chOff x="0" y="0"/>
          <a:chExt cx="0" cy="0"/>
        </a:xfrm>
      </p:grpSpPr>
      <p:grpSp>
        <p:nvGrpSpPr>
          <p:cNvPr id="435" name="Google Shape;435;p30"/>
          <p:cNvGrpSpPr/>
          <p:nvPr/>
        </p:nvGrpSpPr>
        <p:grpSpPr>
          <a:xfrm flipH="1">
            <a:off x="8162809" y="-25"/>
            <a:ext cx="532173" cy="3525061"/>
            <a:chOff x="403368" y="-24"/>
            <a:chExt cx="623446" cy="4129641"/>
          </a:xfrm>
        </p:grpSpPr>
        <p:sp>
          <p:nvSpPr>
            <p:cNvPr id="436" name="Google Shape;436;p30"/>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0"/>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0"/>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0"/>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0"/>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30"/>
          <p:cNvGrpSpPr/>
          <p:nvPr/>
        </p:nvGrpSpPr>
        <p:grpSpPr>
          <a:xfrm flipH="1" rot="10800000">
            <a:off x="449010" y="1591380"/>
            <a:ext cx="532173" cy="3525061"/>
            <a:chOff x="403368" y="-24"/>
            <a:chExt cx="623446" cy="4129641"/>
          </a:xfrm>
        </p:grpSpPr>
        <p:sp>
          <p:nvSpPr>
            <p:cNvPr id="443" name="Google Shape;443;p30"/>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0"/>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449" name="Shape 449"/>
        <p:cNvGrpSpPr/>
        <p:nvPr/>
      </p:nvGrpSpPr>
      <p:grpSpPr>
        <a:xfrm>
          <a:off x="0" y="0"/>
          <a:ext cx="0" cy="0"/>
          <a:chOff x="0" y="0"/>
          <a:chExt cx="0" cy="0"/>
        </a:xfrm>
      </p:grpSpPr>
      <p:grpSp>
        <p:nvGrpSpPr>
          <p:cNvPr id="450" name="Google Shape;450;p31"/>
          <p:cNvGrpSpPr/>
          <p:nvPr/>
        </p:nvGrpSpPr>
        <p:grpSpPr>
          <a:xfrm>
            <a:off x="449010" y="-25"/>
            <a:ext cx="532173" cy="3525061"/>
            <a:chOff x="403368" y="-24"/>
            <a:chExt cx="623446" cy="4129641"/>
          </a:xfrm>
        </p:grpSpPr>
        <p:sp>
          <p:nvSpPr>
            <p:cNvPr id="451" name="Google Shape;451;p3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 name="Google Shape;457;p31"/>
          <p:cNvGrpSpPr/>
          <p:nvPr/>
        </p:nvGrpSpPr>
        <p:grpSpPr>
          <a:xfrm rot="10800000">
            <a:off x="8162809" y="1591380"/>
            <a:ext cx="532173" cy="3525061"/>
            <a:chOff x="403368" y="-24"/>
            <a:chExt cx="623446" cy="4129641"/>
          </a:xfrm>
        </p:grpSpPr>
        <p:sp>
          <p:nvSpPr>
            <p:cNvPr id="458" name="Google Shape;458;p3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7" name="Shape 467"/>
        <p:cNvGrpSpPr/>
        <p:nvPr/>
      </p:nvGrpSpPr>
      <p:grpSpPr>
        <a:xfrm>
          <a:off x="0" y="0"/>
          <a:ext cx="0" cy="0"/>
          <a:chOff x="0" y="0"/>
          <a:chExt cx="0" cy="0"/>
        </a:xfrm>
      </p:grpSpPr>
      <p:grpSp>
        <p:nvGrpSpPr>
          <p:cNvPr id="468" name="Google Shape;468;p33"/>
          <p:cNvGrpSpPr/>
          <p:nvPr/>
        </p:nvGrpSpPr>
        <p:grpSpPr>
          <a:xfrm>
            <a:off x="-240514" y="2087192"/>
            <a:ext cx="1460031" cy="3181633"/>
            <a:chOff x="-240514" y="2087192"/>
            <a:chExt cx="1460031" cy="3181633"/>
          </a:xfrm>
        </p:grpSpPr>
        <p:sp>
          <p:nvSpPr>
            <p:cNvPr id="469" name="Google Shape;469;p33"/>
            <p:cNvSpPr/>
            <p:nvPr/>
          </p:nvSpPr>
          <p:spPr>
            <a:xfrm rot="10800000">
              <a:off x="-240514" y="3388832"/>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0" name="Google Shape;470;p33"/>
            <p:cNvGrpSpPr/>
            <p:nvPr/>
          </p:nvGrpSpPr>
          <p:grpSpPr>
            <a:xfrm rot="10800000">
              <a:off x="230420" y="2087192"/>
              <a:ext cx="518180" cy="1301623"/>
              <a:chOff x="4015600" y="2153250"/>
              <a:chExt cx="140825" cy="353750"/>
            </a:xfrm>
          </p:grpSpPr>
          <p:sp>
            <p:nvSpPr>
              <p:cNvPr id="471" name="Google Shape;471;p33"/>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3"/>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 name="Google Shape;475;p33"/>
          <p:cNvGrpSpPr/>
          <p:nvPr/>
        </p:nvGrpSpPr>
        <p:grpSpPr>
          <a:xfrm>
            <a:off x="7923842" y="-127858"/>
            <a:ext cx="1460031" cy="3181633"/>
            <a:chOff x="7923842" y="-127858"/>
            <a:chExt cx="1460031" cy="3181633"/>
          </a:xfrm>
        </p:grpSpPr>
        <p:sp>
          <p:nvSpPr>
            <p:cNvPr id="476" name="Google Shape;476;p33"/>
            <p:cNvSpPr/>
            <p:nvPr/>
          </p:nvSpPr>
          <p:spPr>
            <a:xfrm>
              <a:off x="7923842" y="-127858"/>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33"/>
            <p:cNvGrpSpPr/>
            <p:nvPr/>
          </p:nvGrpSpPr>
          <p:grpSpPr>
            <a:xfrm>
              <a:off x="8394759" y="1752152"/>
              <a:ext cx="518180" cy="1301623"/>
              <a:chOff x="4015600" y="2153250"/>
              <a:chExt cx="140825" cy="353750"/>
            </a:xfrm>
          </p:grpSpPr>
          <p:sp>
            <p:nvSpPr>
              <p:cNvPr id="478" name="Google Shape;478;p33"/>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3"/>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3"/>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3"/>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2" name="Google Shape;482;p33"/>
          <p:cNvSpPr txBox="1"/>
          <p:nvPr>
            <p:ph type="ctrTitle"/>
          </p:nvPr>
        </p:nvSpPr>
        <p:spPr>
          <a:xfrm>
            <a:off x="1559550" y="834750"/>
            <a:ext cx="6024300" cy="2812800"/>
          </a:xfrm>
          <a:prstGeom prst="rect">
            <a:avLst/>
          </a:prstGeom>
        </p:spPr>
        <p:txBody>
          <a:bodyPr anchorCtr="0" anchor="ctr" bIns="91425" lIns="91425" spcFirstLastPara="1" rIns="91425" wrap="square" tIns="91425">
            <a:noAutofit/>
          </a:bodyPr>
          <a:lstStyle>
            <a:lvl1pPr lvl="0" rtl="0" algn="ctr">
              <a:lnSpc>
                <a:spcPct val="90000"/>
              </a:lnSpc>
              <a:spcBef>
                <a:spcPts val="0"/>
              </a:spcBef>
              <a:spcAft>
                <a:spcPts val="0"/>
              </a:spcAft>
              <a:buSzPts val="5200"/>
              <a:buNone/>
              <a:defRPr sz="48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83" name="Google Shape;483;p33"/>
          <p:cNvSpPr txBox="1"/>
          <p:nvPr>
            <p:ph idx="1" type="subTitle"/>
          </p:nvPr>
        </p:nvSpPr>
        <p:spPr>
          <a:xfrm>
            <a:off x="1669500" y="3647550"/>
            <a:ext cx="5804400" cy="40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4" name="Shape 484"/>
        <p:cNvGrpSpPr/>
        <p:nvPr/>
      </p:nvGrpSpPr>
      <p:grpSpPr>
        <a:xfrm>
          <a:off x="0" y="0"/>
          <a:ext cx="0" cy="0"/>
          <a:chOff x="0" y="0"/>
          <a:chExt cx="0" cy="0"/>
        </a:xfrm>
      </p:grpSpPr>
      <p:sp>
        <p:nvSpPr>
          <p:cNvPr id="485" name="Google Shape;485;p34"/>
          <p:cNvSpPr/>
          <p:nvPr/>
        </p:nvSpPr>
        <p:spPr>
          <a:xfrm rot="-5400000">
            <a:off x="889700"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p:nvPr/>
        </p:nvSpPr>
        <p:spPr>
          <a:xfrm rot="5400000">
            <a:off x="7682125"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34"/>
          <p:cNvGrpSpPr/>
          <p:nvPr/>
        </p:nvGrpSpPr>
        <p:grpSpPr>
          <a:xfrm>
            <a:off x="8223425" y="329538"/>
            <a:ext cx="410950" cy="410925"/>
            <a:chOff x="5275800" y="1597475"/>
            <a:chExt cx="410950" cy="410925"/>
          </a:xfrm>
        </p:grpSpPr>
        <p:sp>
          <p:nvSpPr>
            <p:cNvPr id="488" name="Google Shape;488;p3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34"/>
          <p:cNvSpPr txBox="1"/>
          <p:nvPr>
            <p:ph type="title"/>
          </p:nvPr>
        </p:nvSpPr>
        <p:spPr>
          <a:xfrm>
            <a:off x="720000" y="2179625"/>
            <a:ext cx="7704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98" name="Google Shape;498;p34"/>
          <p:cNvSpPr txBox="1"/>
          <p:nvPr>
            <p:ph hasCustomPrompt="1" idx="2" type="title"/>
          </p:nvPr>
        </p:nvSpPr>
        <p:spPr>
          <a:xfrm>
            <a:off x="2996550" y="1337825"/>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99" name="Google Shape;499;p34"/>
          <p:cNvSpPr txBox="1"/>
          <p:nvPr>
            <p:ph idx="1" type="subTitle"/>
          </p:nvPr>
        </p:nvSpPr>
        <p:spPr>
          <a:xfrm>
            <a:off x="720025" y="3606050"/>
            <a:ext cx="7704000" cy="43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0" name="Shape 500"/>
        <p:cNvGrpSpPr/>
        <p:nvPr/>
      </p:nvGrpSpPr>
      <p:grpSpPr>
        <a:xfrm>
          <a:off x="0" y="0"/>
          <a:ext cx="0" cy="0"/>
          <a:chOff x="0" y="0"/>
          <a:chExt cx="0" cy="0"/>
        </a:xfrm>
      </p:grpSpPr>
      <p:sp>
        <p:nvSpPr>
          <p:cNvPr id="501" name="Google Shape;501;p3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02" name="Google Shape;502;p35"/>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cxnSp>
        <p:nvCxnSpPr>
          <p:cNvPr id="503" name="Google Shape;503;p35"/>
          <p:cNvCxnSpPr/>
          <p:nvPr/>
        </p:nvCxnSpPr>
        <p:spPr>
          <a:xfrm>
            <a:off x="-9575" y="240900"/>
            <a:ext cx="4869300" cy="0"/>
          </a:xfrm>
          <a:prstGeom prst="straightConnector1">
            <a:avLst/>
          </a:prstGeom>
          <a:noFill/>
          <a:ln cap="flat" cmpd="sng" w="19050">
            <a:solidFill>
              <a:schemeClr val="dk2"/>
            </a:solidFill>
            <a:prstDash val="solid"/>
            <a:round/>
            <a:headEnd len="med" w="med" type="none"/>
            <a:tailEnd len="med" w="med" type="oval"/>
          </a:ln>
        </p:spPr>
      </p:cxnSp>
      <p:cxnSp>
        <p:nvCxnSpPr>
          <p:cNvPr id="504" name="Google Shape;504;p35"/>
          <p:cNvCxnSpPr/>
          <p:nvPr/>
        </p:nvCxnSpPr>
        <p:spPr>
          <a:xfrm>
            <a:off x="4274700" y="4911325"/>
            <a:ext cx="4869300" cy="0"/>
          </a:xfrm>
          <a:prstGeom prst="straightConnector1">
            <a:avLst/>
          </a:prstGeom>
          <a:noFill/>
          <a:ln cap="flat" cmpd="sng" w="19050">
            <a:solidFill>
              <a:schemeClr val="dk2"/>
            </a:solidFill>
            <a:prstDash val="solid"/>
            <a:round/>
            <a:headEnd len="med" w="med" type="oval"/>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5" name="Shape 505"/>
        <p:cNvGrpSpPr/>
        <p:nvPr/>
      </p:nvGrpSpPr>
      <p:grpSpPr>
        <a:xfrm>
          <a:off x="0" y="0"/>
          <a:ext cx="0" cy="0"/>
          <a:chOff x="0" y="0"/>
          <a:chExt cx="0" cy="0"/>
        </a:xfrm>
      </p:grpSpPr>
      <p:sp>
        <p:nvSpPr>
          <p:cNvPr id="506" name="Google Shape;506;p36"/>
          <p:cNvSpPr txBox="1"/>
          <p:nvPr>
            <p:ph idx="1" type="subTitle"/>
          </p:nvPr>
        </p:nvSpPr>
        <p:spPr>
          <a:xfrm>
            <a:off x="1181425"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07" name="Google Shape;507;p36"/>
          <p:cNvSpPr txBox="1"/>
          <p:nvPr>
            <p:ph idx="2" type="subTitle"/>
          </p:nvPr>
        </p:nvSpPr>
        <p:spPr>
          <a:xfrm>
            <a:off x="4836300"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08" name="Google Shape;508;p36"/>
          <p:cNvSpPr txBox="1"/>
          <p:nvPr>
            <p:ph type="title"/>
          </p:nvPr>
        </p:nvSpPr>
        <p:spPr>
          <a:xfrm>
            <a:off x="1290763"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509" name="Google Shape;509;p36"/>
          <p:cNvSpPr txBox="1"/>
          <p:nvPr>
            <p:ph idx="3" type="title"/>
          </p:nvPr>
        </p:nvSpPr>
        <p:spPr>
          <a:xfrm>
            <a:off x="4945638"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atin typeface="Montserrat Black"/>
                <a:ea typeface="Montserrat Black"/>
                <a:cs typeface="Montserrat Black"/>
                <a:sym typeface="Montserrat Black"/>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0" name="Shape 510"/>
        <p:cNvGrpSpPr/>
        <p:nvPr/>
      </p:nvGrpSpPr>
      <p:grpSpPr>
        <a:xfrm>
          <a:off x="0" y="0"/>
          <a:ext cx="0" cy="0"/>
          <a:chOff x="0" y="0"/>
          <a:chExt cx="0" cy="0"/>
        </a:xfrm>
      </p:grpSpPr>
      <p:sp>
        <p:nvSpPr>
          <p:cNvPr id="511" name="Google Shape;511;p3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512" name="Google Shape;512;p37"/>
          <p:cNvGrpSpPr/>
          <p:nvPr/>
        </p:nvGrpSpPr>
        <p:grpSpPr>
          <a:xfrm>
            <a:off x="237036" y="1641370"/>
            <a:ext cx="346528" cy="3502142"/>
            <a:chOff x="3665550" y="1907725"/>
            <a:chExt cx="140825" cy="1423172"/>
          </a:xfrm>
        </p:grpSpPr>
        <p:sp>
          <p:nvSpPr>
            <p:cNvPr id="513" name="Google Shape;513;p37"/>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37"/>
          <p:cNvGrpSpPr/>
          <p:nvPr/>
        </p:nvGrpSpPr>
        <p:grpSpPr>
          <a:xfrm rot="10800000">
            <a:off x="8560436" y="-5"/>
            <a:ext cx="346528" cy="3502142"/>
            <a:chOff x="3665550" y="1907725"/>
            <a:chExt cx="140825" cy="1423172"/>
          </a:xfrm>
        </p:grpSpPr>
        <p:sp>
          <p:nvSpPr>
            <p:cNvPr id="518" name="Google Shape;518;p37"/>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2" name="Shape 522"/>
        <p:cNvGrpSpPr/>
        <p:nvPr/>
      </p:nvGrpSpPr>
      <p:grpSpPr>
        <a:xfrm>
          <a:off x="0" y="0"/>
          <a:ext cx="0" cy="0"/>
          <a:chOff x="0" y="0"/>
          <a:chExt cx="0" cy="0"/>
        </a:xfrm>
      </p:grpSpPr>
      <p:cxnSp>
        <p:nvCxnSpPr>
          <p:cNvPr id="523" name="Google Shape;523;p38"/>
          <p:cNvCxnSpPr/>
          <p:nvPr/>
        </p:nvCxnSpPr>
        <p:spPr>
          <a:xfrm>
            <a:off x="716950" y="4600125"/>
            <a:ext cx="7722600" cy="0"/>
          </a:xfrm>
          <a:prstGeom prst="straightConnector1">
            <a:avLst/>
          </a:prstGeom>
          <a:noFill/>
          <a:ln cap="flat" cmpd="sng" w="19050">
            <a:solidFill>
              <a:schemeClr val="dk2"/>
            </a:solidFill>
            <a:prstDash val="solid"/>
            <a:round/>
            <a:headEnd len="med" w="med" type="oval"/>
            <a:tailEnd len="med" w="med" type="oval"/>
          </a:ln>
        </p:spPr>
      </p:cxnSp>
      <p:sp>
        <p:nvSpPr>
          <p:cNvPr id="524" name="Google Shape;524;p3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25" name="Google Shape;525;p38"/>
          <p:cNvSpPr txBox="1"/>
          <p:nvPr>
            <p:ph idx="1" type="body"/>
          </p:nvPr>
        </p:nvSpPr>
        <p:spPr>
          <a:xfrm>
            <a:off x="720000" y="1631425"/>
            <a:ext cx="3769200" cy="2937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526" name="Google Shape;526;p38"/>
          <p:cNvSpPr/>
          <p:nvPr>
            <p:ph idx="2" type="pic"/>
          </p:nvPr>
        </p:nvSpPr>
        <p:spPr>
          <a:xfrm>
            <a:off x="5508425" y="1330575"/>
            <a:ext cx="2283300" cy="28110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7" name="Shape 527"/>
        <p:cNvGrpSpPr/>
        <p:nvPr/>
      </p:nvGrpSpPr>
      <p:grpSpPr>
        <a:xfrm>
          <a:off x="0" y="0"/>
          <a:ext cx="0" cy="0"/>
          <a:chOff x="0" y="0"/>
          <a:chExt cx="0" cy="0"/>
        </a:xfrm>
      </p:grpSpPr>
      <p:sp>
        <p:nvSpPr>
          <p:cNvPr id="528" name="Google Shape;528;p39"/>
          <p:cNvSpPr txBox="1"/>
          <p:nvPr>
            <p:ph type="title"/>
          </p:nvPr>
        </p:nvSpPr>
        <p:spPr>
          <a:xfrm>
            <a:off x="1181700" y="1581300"/>
            <a:ext cx="6780600" cy="198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529" name="Google Shape;529;p39"/>
          <p:cNvGrpSpPr/>
          <p:nvPr/>
        </p:nvGrpSpPr>
        <p:grpSpPr>
          <a:xfrm>
            <a:off x="551291" y="2724544"/>
            <a:ext cx="327629" cy="1579160"/>
            <a:chOff x="3665550" y="1907725"/>
            <a:chExt cx="140825" cy="678800"/>
          </a:xfrm>
        </p:grpSpPr>
        <p:sp>
          <p:nvSpPr>
            <p:cNvPr id="530" name="Google Shape;530;p39"/>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9"/>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9"/>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9"/>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39"/>
          <p:cNvGrpSpPr/>
          <p:nvPr/>
        </p:nvGrpSpPr>
        <p:grpSpPr>
          <a:xfrm flipH="1" rot="10800000">
            <a:off x="8265066" y="839794"/>
            <a:ext cx="327629" cy="1579160"/>
            <a:chOff x="3665550" y="1907725"/>
            <a:chExt cx="140825" cy="678800"/>
          </a:xfrm>
        </p:grpSpPr>
        <p:sp>
          <p:nvSpPr>
            <p:cNvPr id="535" name="Google Shape;535;p39"/>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9"/>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9"/>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9"/>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9"/>
          <p:cNvSpPr/>
          <p:nvPr/>
        </p:nvSpPr>
        <p:spPr>
          <a:xfrm>
            <a:off x="219100" y="4303700"/>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9"/>
          <p:cNvSpPr/>
          <p:nvPr/>
        </p:nvSpPr>
        <p:spPr>
          <a:xfrm rot="10800000">
            <a:off x="7932888" y="-437412"/>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1" name="Shape 541"/>
        <p:cNvGrpSpPr/>
        <p:nvPr/>
      </p:nvGrpSpPr>
      <p:grpSpPr>
        <a:xfrm>
          <a:off x="0" y="0"/>
          <a:ext cx="0" cy="0"/>
          <a:chOff x="0" y="0"/>
          <a:chExt cx="0" cy="0"/>
        </a:xfrm>
      </p:grpSpPr>
      <p:grpSp>
        <p:nvGrpSpPr>
          <p:cNvPr id="542" name="Google Shape;542;p40"/>
          <p:cNvGrpSpPr/>
          <p:nvPr/>
        </p:nvGrpSpPr>
        <p:grpSpPr>
          <a:xfrm>
            <a:off x="548975" y="367788"/>
            <a:ext cx="332250" cy="334425"/>
            <a:chOff x="4618500" y="3002875"/>
            <a:chExt cx="332250" cy="334425"/>
          </a:xfrm>
        </p:grpSpPr>
        <p:sp>
          <p:nvSpPr>
            <p:cNvPr id="543" name="Google Shape;543;p40"/>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0"/>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0"/>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0"/>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40"/>
          <p:cNvGrpSpPr/>
          <p:nvPr/>
        </p:nvGrpSpPr>
        <p:grpSpPr>
          <a:xfrm>
            <a:off x="8262775" y="4441275"/>
            <a:ext cx="332250" cy="334425"/>
            <a:chOff x="4618500" y="3002875"/>
            <a:chExt cx="332250" cy="334425"/>
          </a:xfrm>
        </p:grpSpPr>
        <p:sp>
          <p:nvSpPr>
            <p:cNvPr id="549" name="Google Shape;549;p40"/>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0"/>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0"/>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0"/>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54" name="Google Shape;554;p40"/>
          <p:cNvCxnSpPr/>
          <p:nvPr/>
        </p:nvCxnSpPr>
        <p:spPr>
          <a:xfrm>
            <a:off x="714400" y="8932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555" name="Google Shape;555;p40"/>
          <p:cNvCxnSpPr/>
          <p:nvPr/>
        </p:nvCxnSpPr>
        <p:spPr>
          <a:xfrm>
            <a:off x="8428900" y="5361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556" name="Google Shape;556;p40"/>
          <p:cNvCxnSpPr/>
          <p:nvPr/>
        </p:nvCxnSpPr>
        <p:spPr>
          <a:xfrm>
            <a:off x="1076675" y="5310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557" name="Google Shape;557;p40"/>
          <p:cNvCxnSpPr/>
          <p:nvPr/>
        </p:nvCxnSpPr>
        <p:spPr>
          <a:xfrm>
            <a:off x="4628150" y="46085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558" name="Google Shape;558;p40"/>
          <p:cNvSpPr txBox="1"/>
          <p:nvPr>
            <p:ph type="title"/>
          </p:nvPr>
        </p:nvSpPr>
        <p:spPr>
          <a:xfrm>
            <a:off x="979575" y="1364238"/>
            <a:ext cx="3987600" cy="674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59" name="Google Shape;559;p40"/>
          <p:cNvSpPr txBox="1"/>
          <p:nvPr>
            <p:ph idx="1" type="subTitle"/>
          </p:nvPr>
        </p:nvSpPr>
        <p:spPr>
          <a:xfrm>
            <a:off x="984475" y="2143763"/>
            <a:ext cx="4013100" cy="1371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0" name="Shape 560"/>
        <p:cNvGrpSpPr/>
        <p:nvPr/>
      </p:nvGrpSpPr>
      <p:grpSpPr>
        <a:xfrm>
          <a:off x="0" y="0"/>
          <a:ext cx="0" cy="0"/>
          <a:chOff x="0" y="0"/>
          <a:chExt cx="0" cy="0"/>
        </a:xfrm>
      </p:grpSpPr>
      <p:sp>
        <p:nvSpPr>
          <p:cNvPr id="561" name="Google Shape;561;p41"/>
          <p:cNvSpPr txBox="1"/>
          <p:nvPr>
            <p:ph type="title"/>
          </p:nvPr>
        </p:nvSpPr>
        <p:spPr>
          <a:xfrm>
            <a:off x="715100" y="535000"/>
            <a:ext cx="7713900" cy="6867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400"/>
              <a:buNone/>
              <a:defRPr sz="2700"/>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2" name="Shape 562"/>
        <p:cNvGrpSpPr/>
        <p:nvPr/>
      </p:nvGrpSpPr>
      <p:grpSpPr>
        <a:xfrm>
          <a:off x="0" y="0"/>
          <a:ext cx="0" cy="0"/>
          <a:chOff x="0" y="0"/>
          <a:chExt cx="0" cy="0"/>
        </a:xfrm>
      </p:grpSpPr>
      <p:sp>
        <p:nvSpPr>
          <p:cNvPr id="563" name="Google Shape;563;p42"/>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564" name="Google Shape;564;p42"/>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65" name="Google Shape;565;p42"/>
          <p:cNvGrpSpPr/>
          <p:nvPr/>
        </p:nvGrpSpPr>
        <p:grpSpPr>
          <a:xfrm rot="-5400000">
            <a:off x="552543" y="2226744"/>
            <a:ext cx="325125" cy="325112"/>
            <a:chOff x="6083600" y="3695500"/>
            <a:chExt cx="125125" cy="125125"/>
          </a:xfrm>
        </p:grpSpPr>
        <p:sp>
          <p:nvSpPr>
            <p:cNvPr id="566" name="Google Shape;566;p42"/>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2"/>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2"/>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2"/>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42"/>
          <p:cNvGrpSpPr/>
          <p:nvPr/>
        </p:nvGrpSpPr>
        <p:grpSpPr>
          <a:xfrm rot="-5400000">
            <a:off x="8266343" y="2226744"/>
            <a:ext cx="325125" cy="325112"/>
            <a:chOff x="6083600" y="3695500"/>
            <a:chExt cx="125125" cy="125125"/>
          </a:xfrm>
        </p:grpSpPr>
        <p:sp>
          <p:nvSpPr>
            <p:cNvPr id="571" name="Google Shape;571;p42"/>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2"/>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2"/>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2"/>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575" name="Shape 575"/>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76" name="Shape 576"/>
        <p:cNvGrpSpPr/>
        <p:nvPr/>
      </p:nvGrpSpPr>
      <p:grpSpPr>
        <a:xfrm>
          <a:off x="0" y="0"/>
          <a:ext cx="0" cy="0"/>
          <a:chOff x="0" y="0"/>
          <a:chExt cx="0" cy="0"/>
        </a:xfrm>
      </p:grpSpPr>
      <p:cxnSp>
        <p:nvCxnSpPr>
          <p:cNvPr id="577" name="Google Shape;577;p44"/>
          <p:cNvCxnSpPr/>
          <p:nvPr/>
        </p:nvCxnSpPr>
        <p:spPr>
          <a:xfrm>
            <a:off x="-9575" y="240900"/>
            <a:ext cx="4869300" cy="0"/>
          </a:xfrm>
          <a:prstGeom prst="straightConnector1">
            <a:avLst/>
          </a:prstGeom>
          <a:noFill/>
          <a:ln cap="flat" cmpd="sng" w="19050">
            <a:solidFill>
              <a:schemeClr val="lt2"/>
            </a:solidFill>
            <a:prstDash val="solid"/>
            <a:round/>
            <a:headEnd len="med" w="med" type="none"/>
            <a:tailEnd len="med" w="med" type="oval"/>
          </a:ln>
        </p:spPr>
      </p:cxnSp>
      <p:cxnSp>
        <p:nvCxnSpPr>
          <p:cNvPr id="578" name="Google Shape;578;p44"/>
          <p:cNvCxnSpPr/>
          <p:nvPr/>
        </p:nvCxnSpPr>
        <p:spPr>
          <a:xfrm>
            <a:off x="4274700" y="4911325"/>
            <a:ext cx="4869300" cy="0"/>
          </a:xfrm>
          <a:prstGeom prst="straightConnector1">
            <a:avLst/>
          </a:prstGeom>
          <a:noFill/>
          <a:ln cap="flat" cmpd="sng" w="19050">
            <a:solidFill>
              <a:schemeClr val="lt2"/>
            </a:solidFill>
            <a:prstDash val="solid"/>
            <a:round/>
            <a:headEnd len="med" w="med" type="oval"/>
            <a:tailEnd len="med" w="med" type="none"/>
          </a:ln>
        </p:spPr>
      </p:cxnSp>
      <p:grpSp>
        <p:nvGrpSpPr>
          <p:cNvPr id="579" name="Google Shape;579;p44"/>
          <p:cNvGrpSpPr/>
          <p:nvPr/>
        </p:nvGrpSpPr>
        <p:grpSpPr>
          <a:xfrm>
            <a:off x="8223425" y="329538"/>
            <a:ext cx="410950" cy="410925"/>
            <a:chOff x="5275800" y="1597475"/>
            <a:chExt cx="410950" cy="410925"/>
          </a:xfrm>
        </p:grpSpPr>
        <p:sp>
          <p:nvSpPr>
            <p:cNvPr id="580" name="Google Shape;580;p4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9" name="Google Shape;589;p44"/>
          <p:cNvSpPr txBox="1"/>
          <p:nvPr>
            <p:ph hasCustomPrompt="1" type="title"/>
          </p:nvPr>
        </p:nvSpPr>
        <p:spPr>
          <a:xfrm>
            <a:off x="720000"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0" name="Google Shape;590;p44"/>
          <p:cNvSpPr txBox="1"/>
          <p:nvPr>
            <p:ph idx="1" type="subTitle"/>
          </p:nvPr>
        </p:nvSpPr>
        <p:spPr>
          <a:xfrm>
            <a:off x="720168"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1" name="Google Shape;591;p44"/>
          <p:cNvSpPr txBox="1"/>
          <p:nvPr>
            <p:ph hasCustomPrompt="1" idx="2" type="title"/>
          </p:nvPr>
        </p:nvSpPr>
        <p:spPr>
          <a:xfrm>
            <a:off x="3368825"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2" name="Google Shape;592;p44"/>
          <p:cNvSpPr txBox="1"/>
          <p:nvPr>
            <p:ph idx="3" type="subTitle"/>
          </p:nvPr>
        </p:nvSpPr>
        <p:spPr>
          <a:xfrm>
            <a:off x="3368813"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3" name="Google Shape;593;p44"/>
          <p:cNvSpPr txBox="1"/>
          <p:nvPr>
            <p:ph hasCustomPrompt="1" idx="4" type="title"/>
          </p:nvPr>
        </p:nvSpPr>
        <p:spPr>
          <a:xfrm>
            <a:off x="6017450" y="1237225"/>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4" name="Google Shape;594;p44"/>
          <p:cNvSpPr txBox="1"/>
          <p:nvPr>
            <p:ph idx="5" type="subTitle"/>
          </p:nvPr>
        </p:nvSpPr>
        <p:spPr>
          <a:xfrm>
            <a:off x="6012350" y="2236785"/>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5" name="Google Shape;595;p44"/>
          <p:cNvSpPr txBox="1"/>
          <p:nvPr>
            <p:ph hasCustomPrompt="1" idx="6" type="title"/>
          </p:nvPr>
        </p:nvSpPr>
        <p:spPr>
          <a:xfrm>
            <a:off x="720000"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6" name="Google Shape;596;p44"/>
          <p:cNvSpPr txBox="1"/>
          <p:nvPr>
            <p:ph idx="7" type="subTitle"/>
          </p:nvPr>
        </p:nvSpPr>
        <p:spPr>
          <a:xfrm>
            <a:off x="720168"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7" name="Google Shape;597;p44"/>
          <p:cNvSpPr txBox="1"/>
          <p:nvPr>
            <p:ph hasCustomPrompt="1" idx="8" type="title"/>
          </p:nvPr>
        </p:nvSpPr>
        <p:spPr>
          <a:xfrm>
            <a:off x="3368825"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8" name="Google Shape;598;p44"/>
          <p:cNvSpPr txBox="1"/>
          <p:nvPr>
            <p:ph idx="9" type="subTitle"/>
          </p:nvPr>
        </p:nvSpPr>
        <p:spPr>
          <a:xfrm>
            <a:off x="3368813"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9" name="Google Shape;599;p44"/>
          <p:cNvSpPr txBox="1"/>
          <p:nvPr>
            <p:ph hasCustomPrompt="1" idx="13" type="title"/>
          </p:nvPr>
        </p:nvSpPr>
        <p:spPr>
          <a:xfrm>
            <a:off x="6017450" y="3043400"/>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0" name="Google Shape;600;p44"/>
          <p:cNvSpPr txBox="1"/>
          <p:nvPr>
            <p:ph idx="14" type="subTitle"/>
          </p:nvPr>
        </p:nvSpPr>
        <p:spPr>
          <a:xfrm>
            <a:off x="6012350" y="4047500"/>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01" name="Google Shape;601;p44"/>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02" name="Google Shape;602;p44"/>
          <p:cNvSpPr txBox="1"/>
          <p:nvPr>
            <p:ph idx="16" type="subTitle"/>
          </p:nvPr>
        </p:nvSpPr>
        <p:spPr>
          <a:xfrm>
            <a:off x="71510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3" name="Google Shape;603;p44"/>
          <p:cNvSpPr txBox="1"/>
          <p:nvPr>
            <p:ph idx="17" type="subTitle"/>
          </p:nvPr>
        </p:nvSpPr>
        <p:spPr>
          <a:xfrm>
            <a:off x="336881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4" name="Google Shape;604;p44"/>
          <p:cNvSpPr txBox="1"/>
          <p:nvPr>
            <p:ph idx="18" type="subTitle"/>
          </p:nvPr>
        </p:nvSpPr>
        <p:spPr>
          <a:xfrm>
            <a:off x="6017402" y="1830625"/>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5" name="Google Shape;605;p44"/>
          <p:cNvSpPr txBox="1"/>
          <p:nvPr>
            <p:ph idx="19" type="subTitle"/>
          </p:nvPr>
        </p:nvSpPr>
        <p:spPr>
          <a:xfrm>
            <a:off x="71510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6" name="Google Shape;606;p44"/>
          <p:cNvSpPr txBox="1"/>
          <p:nvPr>
            <p:ph idx="20" type="subTitle"/>
          </p:nvPr>
        </p:nvSpPr>
        <p:spPr>
          <a:xfrm>
            <a:off x="336881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7" name="Google Shape;607;p44"/>
          <p:cNvSpPr txBox="1"/>
          <p:nvPr>
            <p:ph idx="21" type="subTitle"/>
          </p:nvPr>
        </p:nvSpPr>
        <p:spPr>
          <a:xfrm>
            <a:off x="6017402" y="3636799"/>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08" name="Shape 608"/>
        <p:cNvGrpSpPr/>
        <p:nvPr/>
      </p:nvGrpSpPr>
      <p:grpSpPr>
        <a:xfrm>
          <a:off x="0" y="0"/>
          <a:ext cx="0" cy="0"/>
          <a:chOff x="0" y="0"/>
          <a:chExt cx="0" cy="0"/>
        </a:xfrm>
      </p:grpSpPr>
      <p:sp>
        <p:nvSpPr>
          <p:cNvPr id="609" name="Google Shape;609;p45"/>
          <p:cNvSpPr txBox="1"/>
          <p:nvPr>
            <p:ph type="title"/>
          </p:nvPr>
        </p:nvSpPr>
        <p:spPr>
          <a:xfrm>
            <a:off x="1736950" y="3240300"/>
            <a:ext cx="54990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610" name="Google Shape;610;p45"/>
          <p:cNvSpPr txBox="1"/>
          <p:nvPr>
            <p:ph idx="1" type="subTitle"/>
          </p:nvPr>
        </p:nvSpPr>
        <p:spPr>
          <a:xfrm>
            <a:off x="1736900" y="1507850"/>
            <a:ext cx="5499000" cy="149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cxnSp>
        <p:nvCxnSpPr>
          <p:cNvPr id="611" name="Google Shape;611;p45"/>
          <p:cNvCxnSpPr/>
          <p:nvPr/>
        </p:nvCxnSpPr>
        <p:spPr>
          <a:xfrm>
            <a:off x="1045475" y="536625"/>
            <a:ext cx="6120000" cy="0"/>
          </a:xfrm>
          <a:prstGeom prst="straightConnector1">
            <a:avLst/>
          </a:prstGeom>
          <a:noFill/>
          <a:ln cap="flat" cmpd="sng" w="19050">
            <a:solidFill>
              <a:schemeClr val="accent1"/>
            </a:solidFill>
            <a:prstDash val="solid"/>
            <a:round/>
            <a:headEnd len="med" w="med" type="none"/>
            <a:tailEnd len="med" w="med" type="diamond"/>
          </a:ln>
        </p:spPr>
      </p:cxnSp>
      <p:cxnSp>
        <p:nvCxnSpPr>
          <p:cNvPr id="612" name="Google Shape;612;p45"/>
          <p:cNvCxnSpPr/>
          <p:nvPr/>
        </p:nvCxnSpPr>
        <p:spPr>
          <a:xfrm rot="10800000">
            <a:off x="1978502" y="4608500"/>
            <a:ext cx="6120000" cy="0"/>
          </a:xfrm>
          <a:prstGeom prst="straightConnector1">
            <a:avLst/>
          </a:prstGeom>
          <a:noFill/>
          <a:ln cap="flat" cmpd="sng" w="19050">
            <a:solidFill>
              <a:schemeClr val="accent2"/>
            </a:solidFill>
            <a:prstDash val="solid"/>
            <a:round/>
            <a:headEnd len="med" w="med" type="none"/>
            <a:tailEnd len="med" w="med" type="diamond"/>
          </a:ln>
        </p:spPr>
      </p:cxnSp>
      <p:grpSp>
        <p:nvGrpSpPr>
          <p:cNvPr id="613" name="Google Shape;613;p45"/>
          <p:cNvGrpSpPr/>
          <p:nvPr/>
        </p:nvGrpSpPr>
        <p:grpSpPr>
          <a:xfrm>
            <a:off x="509625" y="331163"/>
            <a:ext cx="410950" cy="410925"/>
            <a:chOff x="5275800" y="1597475"/>
            <a:chExt cx="410950" cy="410925"/>
          </a:xfrm>
        </p:grpSpPr>
        <p:sp>
          <p:nvSpPr>
            <p:cNvPr id="614" name="Google Shape;614;p4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 name="Google Shape;623;p45"/>
          <p:cNvGrpSpPr/>
          <p:nvPr/>
        </p:nvGrpSpPr>
        <p:grpSpPr>
          <a:xfrm>
            <a:off x="8223425" y="4403025"/>
            <a:ext cx="410950" cy="410925"/>
            <a:chOff x="5275800" y="1597475"/>
            <a:chExt cx="410950" cy="410925"/>
          </a:xfrm>
        </p:grpSpPr>
        <p:sp>
          <p:nvSpPr>
            <p:cNvPr id="624" name="Google Shape;624;p4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_1_1">
    <p:spTree>
      <p:nvGrpSpPr>
        <p:cNvPr id="633" name="Shape 633"/>
        <p:cNvGrpSpPr/>
        <p:nvPr/>
      </p:nvGrpSpPr>
      <p:grpSpPr>
        <a:xfrm>
          <a:off x="0" y="0"/>
          <a:ext cx="0" cy="0"/>
          <a:chOff x="0" y="0"/>
          <a:chExt cx="0" cy="0"/>
        </a:xfrm>
      </p:grpSpPr>
      <p:sp>
        <p:nvSpPr>
          <p:cNvPr id="634" name="Google Shape;634;p46"/>
          <p:cNvSpPr/>
          <p:nvPr/>
        </p:nvSpPr>
        <p:spPr>
          <a:xfrm flipH="1" rot="5400000">
            <a:off x="7682125"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6"/>
          <p:cNvSpPr/>
          <p:nvPr/>
        </p:nvSpPr>
        <p:spPr>
          <a:xfrm flipH="1" rot="-5400000">
            <a:off x="889700"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46"/>
          <p:cNvGrpSpPr/>
          <p:nvPr/>
        </p:nvGrpSpPr>
        <p:grpSpPr>
          <a:xfrm flipH="1">
            <a:off x="509625" y="329538"/>
            <a:ext cx="410950" cy="410925"/>
            <a:chOff x="5275800" y="1597475"/>
            <a:chExt cx="410950" cy="410925"/>
          </a:xfrm>
        </p:grpSpPr>
        <p:sp>
          <p:nvSpPr>
            <p:cNvPr id="637" name="Google Shape;637;p4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46"/>
          <p:cNvSpPr txBox="1"/>
          <p:nvPr>
            <p:ph type="title"/>
          </p:nvPr>
        </p:nvSpPr>
        <p:spPr>
          <a:xfrm>
            <a:off x="715100" y="1902100"/>
            <a:ext cx="77139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7" name="Google Shape;647;p46"/>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48" name="Google Shape;648;p46"/>
          <p:cNvSpPr txBox="1"/>
          <p:nvPr>
            <p:ph idx="1" type="subTitle"/>
          </p:nvPr>
        </p:nvSpPr>
        <p:spPr>
          <a:xfrm>
            <a:off x="715100" y="3768975"/>
            <a:ext cx="77139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49" name="Google Shape;649;p46"/>
          <p:cNvGrpSpPr/>
          <p:nvPr/>
        </p:nvGrpSpPr>
        <p:grpSpPr>
          <a:xfrm flipH="1">
            <a:off x="8223425" y="4403025"/>
            <a:ext cx="410950" cy="410925"/>
            <a:chOff x="5275800" y="1597475"/>
            <a:chExt cx="410950" cy="410925"/>
          </a:xfrm>
        </p:grpSpPr>
        <p:sp>
          <p:nvSpPr>
            <p:cNvPr id="650" name="Google Shape;650;p4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1_1_1_3">
    <p:spTree>
      <p:nvGrpSpPr>
        <p:cNvPr id="659" name="Shape 659"/>
        <p:cNvGrpSpPr/>
        <p:nvPr/>
      </p:nvGrpSpPr>
      <p:grpSpPr>
        <a:xfrm>
          <a:off x="0" y="0"/>
          <a:ext cx="0" cy="0"/>
          <a:chOff x="0" y="0"/>
          <a:chExt cx="0" cy="0"/>
        </a:xfrm>
      </p:grpSpPr>
      <p:sp>
        <p:nvSpPr>
          <p:cNvPr id="660" name="Google Shape;660;p47"/>
          <p:cNvSpPr/>
          <p:nvPr/>
        </p:nvSpPr>
        <p:spPr>
          <a:xfrm flipH="1">
            <a:off x="-35600" y="-38794"/>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7"/>
          <p:cNvSpPr/>
          <p:nvPr/>
        </p:nvSpPr>
        <p:spPr>
          <a:xfrm flipH="1" rot="10800000">
            <a:off x="8619200" y="274348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47"/>
          <p:cNvGrpSpPr/>
          <p:nvPr/>
        </p:nvGrpSpPr>
        <p:grpSpPr>
          <a:xfrm flipH="1">
            <a:off x="8223425" y="329538"/>
            <a:ext cx="410950" cy="410925"/>
            <a:chOff x="5275800" y="1597475"/>
            <a:chExt cx="410950" cy="410925"/>
          </a:xfrm>
        </p:grpSpPr>
        <p:sp>
          <p:nvSpPr>
            <p:cNvPr id="663" name="Google Shape;663;p47"/>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7"/>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7"/>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7"/>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7"/>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7"/>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7"/>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7"/>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7"/>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2" name="Google Shape;672;p47"/>
          <p:cNvSpPr txBox="1"/>
          <p:nvPr>
            <p:ph type="title"/>
          </p:nvPr>
        </p:nvSpPr>
        <p:spPr>
          <a:xfrm>
            <a:off x="1555950" y="1902100"/>
            <a:ext cx="60321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3" name="Google Shape;673;p47"/>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74" name="Google Shape;674;p47"/>
          <p:cNvSpPr txBox="1"/>
          <p:nvPr>
            <p:ph idx="1" type="subTitle"/>
          </p:nvPr>
        </p:nvSpPr>
        <p:spPr>
          <a:xfrm>
            <a:off x="1555950" y="3768975"/>
            <a:ext cx="60321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75" name="Google Shape;675;p47"/>
          <p:cNvGrpSpPr/>
          <p:nvPr/>
        </p:nvGrpSpPr>
        <p:grpSpPr>
          <a:xfrm flipH="1">
            <a:off x="509625" y="4403025"/>
            <a:ext cx="410950" cy="410925"/>
            <a:chOff x="5275800" y="1597475"/>
            <a:chExt cx="410950" cy="410925"/>
          </a:xfrm>
        </p:grpSpPr>
        <p:sp>
          <p:nvSpPr>
            <p:cNvPr id="676" name="Google Shape;676;p47"/>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7"/>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7"/>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7"/>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7"/>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7"/>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7"/>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7"/>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7"/>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85" name="Shape 685"/>
        <p:cNvGrpSpPr/>
        <p:nvPr/>
      </p:nvGrpSpPr>
      <p:grpSpPr>
        <a:xfrm>
          <a:off x="0" y="0"/>
          <a:ext cx="0" cy="0"/>
          <a:chOff x="0" y="0"/>
          <a:chExt cx="0" cy="0"/>
        </a:xfrm>
      </p:grpSpPr>
      <p:grpSp>
        <p:nvGrpSpPr>
          <p:cNvPr id="686" name="Google Shape;686;p48"/>
          <p:cNvGrpSpPr/>
          <p:nvPr/>
        </p:nvGrpSpPr>
        <p:grpSpPr>
          <a:xfrm>
            <a:off x="250968" y="-24"/>
            <a:ext cx="623446" cy="4129641"/>
            <a:chOff x="403368" y="-24"/>
            <a:chExt cx="623446" cy="4129641"/>
          </a:xfrm>
        </p:grpSpPr>
        <p:sp>
          <p:nvSpPr>
            <p:cNvPr id="687" name="Google Shape;687;p48"/>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8"/>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8"/>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8"/>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8"/>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8"/>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48"/>
          <p:cNvGrpSpPr/>
          <p:nvPr/>
        </p:nvGrpSpPr>
        <p:grpSpPr>
          <a:xfrm rot="10800000">
            <a:off x="8269568" y="1013851"/>
            <a:ext cx="623446" cy="4129641"/>
            <a:chOff x="403368" y="-24"/>
            <a:chExt cx="623446" cy="4129641"/>
          </a:xfrm>
        </p:grpSpPr>
        <p:sp>
          <p:nvSpPr>
            <p:cNvPr id="694" name="Google Shape;694;p48"/>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8"/>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8"/>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8"/>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8"/>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8"/>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0" name="Google Shape;700;p48"/>
          <p:cNvSpPr txBox="1"/>
          <p:nvPr>
            <p:ph idx="1" type="subTitle"/>
          </p:nvPr>
        </p:nvSpPr>
        <p:spPr>
          <a:xfrm>
            <a:off x="4962350" y="1894650"/>
            <a:ext cx="3466500" cy="135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1" name="Google Shape;701;p48"/>
          <p:cNvSpPr txBox="1"/>
          <p:nvPr>
            <p:ph type="title"/>
          </p:nvPr>
        </p:nvSpPr>
        <p:spPr>
          <a:xfrm>
            <a:off x="715100" y="1894650"/>
            <a:ext cx="3466500" cy="1354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400"/>
              <a:buNone/>
              <a:defRPr sz="42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702" name="Shape 702"/>
        <p:cNvGrpSpPr/>
        <p:nvPr/>
      </p:nvGrpSpPr>
      <p:grpSpPr>
        <a:xfrm>
          <a:off x="0" y="0"/>
          <a:ext cx="0" cy="0"/>
          <a:chOff x="0" y="0"/>
          <a:chExt cx="0" cy="0"/>
        </a:xfrm>
      </p:grpSpPr>
      <p:grpSp>
        <p:nvGrpSpPr>
          <p:cNvPr id="703" name="Google Shape;703;p49"/>
          <p:cNvGrpSpPr/>
          <p:nvPr/>
        </p:nvGrpSpPr>
        <p:grpSpPr>
          <a:xfrm rot="-5400000">
            <a:off x="308633" y="3142120"/>
            <a:ext cx="1881224" cy="1818678"/>
            <a:chOff x="644551" y="2624979"/>
            <a:chExt cx="1881224" cy="1818678"/>
          </a:xfrm>
        </p:grpSpPr>
        <p:sp>
          <p:nvSpPr>
            <p:cNvPr id="704" name="Google Shape;704;p4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 name="Google Shape;708;p49"/>
          <p:cNvGrpSpPr/>
          <p:nvPr/>
        </p:nvGrpSpPr>
        <p:grpSpPr>
          <a:xfrm rot="5400000">
            <a:off x="6958448" y="174947"/>
            <a:ext cx="1881224" cy="1818678"/>
            <a:chOff x="644551" y="2624979"/>
            <a:chExt cx="1881224" cy="1818678"/>
          </a:xfrm>
        </p:grpSpPr>
        <p:sp>
          <p:nvSpPr>
            <p:cNvPr id="709" name="Google Shape;709;p4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 name="Google Shape;713;p49"/>
          <p:cNvSpPr txBox="1"/>
          <p:nvPr>
            <p:ph idx="1" type="subTitle"/>
          </p:nvPr>
        </p:nvSpPr>
        <p:spPr>
          <a:xfrm>
            <a:off x="795608" y="2046300"/>
            <a:ext cx="3365100" cy="1050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4" name="Google Shape;714;p4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_2">
    <p:spTree>
      <p:nvGrpSpPr>
        <p:cNvPr id="715" name="Shape 715"/>
        <p:cNvGrpSpPr/>
        <p:nvPr/>
      </p:nvGrpSpPr>
      <p:grpSpPr>
        <a:xfrm>
          <a:off x="0" y="0"/>
          <a:ext cx="0" cy="0"/>
          <a:chOff x="0" y="0"/>
          <a:chExt cx="0" cy="0"/>
        </a:xfrm>
      </p:grpSpPr>
      <p:grpSp>
        <p:nvGrpSpPr>
          <p:cNvPr id="716" name="Google Shape;716;p50"/>
          <p:cNvGrpSpPr/>
          <p:nvPr/>
        </p:nvGrpSpPr>
        <p:grpSpPr>
          <a:xfrm rot="-5400000">
            <a:off x="351849" y="2989238"/>
            <a:ext cx="1989925" cy="1928344"/>
            <a:chOff x="535850" y="2515313"/>
            <a:chExt cx="1989925" cy="1928344"/>
          </a:xfrm>
        </p:grpSpPr>
        <p:sp>
          <p:nvSpPr>
            <p:cNvPr id="717" name="Google Shape;717;p50"/>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0"/>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0"/>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0"/>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0"/>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0"/>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50"/>
          <p:cNvGrpSpPr/>
          <p:nvPr/>
        </p:nvGrpSpPr>
        <p:grpSpPr>
          <a:xfrm rot="5400000">
            <a:off x="6806530" y="218164"/>
            <a:ext cx="1989925" cy="1928344"/>
            <a:chOff x="535850" y="2515313"/>
            <a:chExt cx="1989925" cy="1928344"/>
          </a:xfrm>
        </p:grpSpPr>
        <p:sp>
          <p:nvSpPr>
            <p:cNvPr id="724" name="Google Shape;724;p50"/>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0"/>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0"/>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0"/>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0"/>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0"/>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0" name="Google Shape;730;p5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2_1">
    <p:spTree>
      <p:nvGrpSpPr>
        <p:cNvPr id="731" name="Shape 731"/>
        <p:cNvGrpSpPr/>
        <p:nvPr/>
      </p:nvGrpSpPr>
      <p:grpSpPr>
        <a:xfrm>
          <a:off x="0" y="0"/>
          <a:ext cx="0" cy="0"/>
          <a:chOff x="0" y="0"/>
          <a:chExt cx="0" cy="0"/>
        </a:xfrm>
      </p:grpSpPr>
      <p:grpSp>
        <p:nvGrpSpPr>
          <p:cNvPr id="732" name="Google Shape;732;p51"/>
          <p:cNvGrpSpPr/>
          <p:nvPr/>
        </p:nvGrpSpPr>
        <p:grpSpPr>
          <a:xfrm>
            <a:off x="8223425" y="329538"/>
            <a:ext cx="410950" cy="410925"/>
            <a:chOff x="5275800" y="1597475"/>
            <a:chExt cx="410950" cy="410925"/>
          </a:xfrm>
        </p:grpSpPr>
        <p:sp>
          <p:nvSpPr>
            <p:cNvPr id="733" name="Google Shape;733;p51"/>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1"/>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1"/>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1"/>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1"/>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1"/>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1"/>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51"/>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 name="Google Shape;742;p5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43" name="Google Shape;743;p51"/>
          <p:cNvGrpSpPr/>
          <p:nvPr/>
        </p:nvGrpSpPr>
        <p:grpSpPr>
          <a:xfrm rot="-5400000">
            <a:off x="4348226" y="2068026"/>
            <a:ext cx="447547" cy="5538132"/>
            <a:chOff x="6083600" y="3072400"/>
            <a:chExt cx="125125" cy="1371300"/>
          </a:xfrm>
        </p:grpSpPr>
        <p:sp>
          <p:nvSpPr>
            <p:cNvPr id="744" name="Google Shape;744;p5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1"/>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1"/>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2_1_1">
    <p:spTree>
      <p:nvGrpSpPr>
        <p:cNvPr id="750" name="Shape 750"/>
        <p:cNvGrpSpPr/>
        <p:nvPr/>
      </p:nvGrpSpPr>
      <p:grpSpPr>
        <a:xfrm>
          <a:off x="0" y="0"/>
          <a:ext cx="0" cy="0"/>
          <a:chOff x="0" y="0"/>
          <a:chExt cx="0" cy="0"/>
        </a:xfrm>
      </p:grpSpPr>
      <p:sp>
        <p:nvSpPr>
          <p:cNvPr id="751" name="Google Shape;751;p5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52" name="Google Shape;752;p52"/>
          <p:cNvGrpSpPr/>
          <p:nvPr/>
        </p:nvGrpSpPr>
        <p:grpSpPr>
          <a:xfrm>
            <a:off x="332580" y="2063068"/>
            <a:ext cx="155451" cy="3091510"/>
            <a:chOff x="714230" y="2051917"/>
            <a:chExt cx="155451" cy="3091510"/>
          </a:xfrm>
        </p:grpSpPr>
        <p:sp>
          <p:nvSpPr>
            <p:cNvPr id="753" name="Google Shape;753;p52"/>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2"/>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2"/>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2"/>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52"/>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52"/>
          <p:cNvGrpSpPr/>
          <p:nvPr/>
        </p:nvGrpSpPr>
        <p:grpSpPr>
          <a:xfrm>
            <a:off x="8655980" y="2063068"/>
            <a:ext cx="155451" cy="3091510"/>
            <a:chOff x="714230" y="2051917"/>
            <a:chExt cx="155451" cy="3091510"/>
          </a:xfrm>
        </p:grpSpPr>
        <p:sp>
          <p:nvSpPr>
            <p:cNvPr id="759" name="Google Shape;759;p52"/>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52"/>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52"/>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2"/>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2"/>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64" name="Shape 764"/>
        <p:cNvGrpSpPr/>
        <p:nvPr/>
      </p:nvGrpSpPr>
      <p:grpSpPr>
        <a:xfrm>
          <a:off x="0" y="0"/>
          <a:ext cx="0" cy="0"/>
          <a:chOff x="0" y="0"/>
          <a:chExt cx="0" cy="0"/>
        </a:xfrm>
      </p:grpSpPr>
      <p:grpSp>
        <p:nvGrpSpPr>
          <p:cNvPr id="765" name="Google Shape;765;p53"/>
          <p:cNvGrpSpPr/>
          <p:nvPr/>
        </p:nvGrpSpPr>
        <p:grpSpPr>
          <a:xfrm>
            <a:off x="98568" y="-24"/>
            <a:ext cx="623446" cy="4129641"/>
            <a:chOff x="403368" y="-24"/>
            <a:chExt cx="623446" cy="4129641"/>
          </a:xfrm>
        </p:grpSpPr>
        <p:sp>
          <p:nvSpPr>
            <p:cNvPr id="766" name="Google Shape;766;p5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5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53"/>
          <p:cNvGrpSpPr/>
          <p:nvPr/>
        </p:nvGrpSpPr>
        <p:grpSpPr>
          <a:xfrm rot="10800000">
            <a:off x="8421968" y="1013851"/>
            <a:ext cx="623446" cy="4129641"/>
            <a:chOff x="403368" y="-24"/>
            <a:chExt cx="623446" cy="4129641"/>
          </a:xfrm>
        </p:grpSpPr>
        <p:sp>
          <p:nvSpPr>
            <p:cNvPr id="773" name="Google Shape;773;p5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53"/>
          <p:cNvSpPr txBox="1"/>
          <p:nvPr>
            <p:ph idx="1" type="subTitle"/>
          </p:nvPr>
        </p:nvSpPr>
        <p:spPr>
          <a:xfrm>
            <a:off x="1181425" y="2303125"/>
            <a:ext cx="2907600" cy="18678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0" name="Google Shape;780;p53"/>
          <p:cNvSpPr txBox="1"/>
          <p:nvPr>
            <p:ph idx="2" type="subTitle"/>
          </p:nvPr>
        </p:nvSpPr>
        <p:spPr>
          <a:xfrm>
            <a:off x="4836300" y="2303125"/>
            <a:ext cx="2907600" cy="186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1" name="Google Shape;781;p53"/>
          <p:cNvSpPr txBox="1"/>
          <p:nvPr>
            <p:ph type="title"/>
          </p:nvPr>
        </p:nvSpPr>
        <p:spPr>
          <a:xfrm>
            <a:off x="720000" y="1703763"/>
            <a:ext cx="36159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82" name="Google Shape;782;p53"/>
          <p:cNvSpPr txBox="1"/>
          <p:nvPr>
            <p:ph idx="3" type="title"/>
          </p:nvPr>
        </p:nvSpPr>
        <p:spPr>
          <a:xfrm>
            <a:off x="4808150" y="1703763"/>
            <a:ext cx="36159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3" name="Shape 783"/>
        <p:cNvGrpSpPr/>
        <p:nvPr/>
      </p:nvGrpSpPr>
      <p:grpSpPr>
        <a:xfrm>
          <a:off x="0" y="0"/>
          <a:ext cx="0" cy="0"/>
          <a:chOff x="0" y="0"/>
          <a:chExt cx="0" cy="0"/>
        </a:xfrm>
      </p:grpSpPr>
      <p:grpSp>
        <p:nvGrpSpPr>
          <p:cNvPr id="784" name="Google Shape;784;p54"/>
          <p:cNvGrpSpPr/>
          <p:nvPr/>
        </p:nvGrpSpPr>
        <p:grpSpPr>
          <a:xfrm>
            <a:off x="98568" y="-24"/>
            <a:ext cx="623446" cy="4129641"/>
            <a:chOff x="403368" y="-24"/>
            <a:chExt cx="623446" cy="4129641"/>
          </a:xfrm>
        </p:grpSpPr>
        <p:sp>
          <p:nvSpPr>
            <p:cNvPr id="785" name="Google Shape;785;p54"/>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4"/>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4"/>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4"/>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4"/>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4"/>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 name="Google Shape;791;p54"/>
          <p:cNvGrpSpPr/>
          <p:nvPr/>
        </p:nvGrpSpPr>
        <p:grpSpPr>
          <a:xfrm rot="10800000">
            <a:off x="8421968" y="1013851"/>
            <a:ext cx="623446" cy="4129641"/>
            <a:chOff x="403368" y="-24"/>
            <a:chExt cx="623446" cy="4129641"/>
          </a:xfrm>
        </p:grpSpPr>
        <p:sp>
          <p:nvSpPr>
            <p:cNvPr id="792" name="Google Shape;792;p54"/>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4"/>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4"/>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4"/>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4"/>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4"/>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8" name="Google Shape;798;p54"/>
          <p:cNvSpPr txBox="1"/>
          <p:nvPr>
            <p:ph idx="1" type="subTitle"/>
          </p:nvPr>
        </p:nvSpPr>
        <p:spPr>
          <a:xfrm>
            <a:off x="1498813" y="3484883"/>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799" name="Google Shape;799;p54"/>
          <p:cNvSpPr txBox="1"/>
          <p:nvPr>
            <p:ph idx="2" type="subTitle"/>
          </p:nvPr>
        </p:nvSpPr>
        <p:spPr>
          <a:xfrm>
            <a:off x="5153688" y="3523458"/>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800" name="Google Shape;800;p5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01" name="Google Shape;801;p54"/>
          <p:cNvSpPr txBox="1"/>
          <p:nvPr>
            <p:ph idx="3" type="subTitle"/>
          </p:nvPr>
        </p:nvSpPr>
        <p:spPr>
          <a:xfrm>
            <a:off x="1498825" y="4021525"/>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02" name="Google Shape;802;p54"/>
          <p:cNvSpPr txBox="1"/>
          <p:nvPr>
            <p:ph idx="4" type="subTitle"/>
          </p:nvPr>
        </p:nvSpPr>
        <p:spPr>
          <a:xfrm>
            <a:off x="5153700" y="4060100"/>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03" name="Shape 803"/>
        <p:cNvGrpSpPr/>
        <p:nvPr/>
      </p:nvGrpSpPr>
      <p:grpSpPr>
        <a:xfrm>
          <a:off x="0" y="0"/>
          <a:ext cx="0" cy="0"/>
          <a:chOff x="0" y="0"/>
          <a:chExt cx="0" cy="0"/>
        </a:xfrm>
      </p:grpSpPr>
      <p:grpSp>
        <p:nvGrpSpPr>
          <p:cNvPr id="804" name="Google Shape;804;p55"/>
          <p:cNvGrpSpPr/>
          <p:nvPr/>
        </p:nvGrpSpPr>
        <p:grpSpPr>
          <a:xfrm flipH="1">
            <a:off x="8415175" y="215388"/>
            <a:ext cx="332250" cy="334425"/>
            <a:chOff x="4618500" y="3002875"/>
            <a:chExt cx="332250" cy="334425"/>
          </a:xfrm>
        </p:grpSpPr>
        <p:sp>
          <p:nvSpPr>
            <p:cNvPr id="805" name="Google Shape;805;p55"/>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5"/>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5"/>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5"/>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5"/>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 name="Google Shape;810;p55"/>
          <p:cNvGrpSpPr/>
          <p:nvPr/>
        </p:nvGrpSpPr>
        <p:grpSpPr>
          <a:xfrm flipH="1">
            <a:off x="396575" y="4593675"/>
            <a:ext cx="332250" cy="334425"/>
            <a:chOff x="4618500" y="3002875"/>
            <a:chExt cx="332250" cy="334425"/>
          </a:xfrm>
        </p:grpSpPr>
        <p:sp>
          <p:nvSpPr>
            <p:cNvPr id="811" name="Google Shape;811;p55"/>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5"/>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5"/>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5"/>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5"/>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16" name="Google Shape;816;p55"/>
          <p:cNvCxnSpPr/>
          <p:nvPr/>
        </p:nvCxnSpPr>
        <p:spPr>
          <a:xfrm>
            <a:off x="8582000" y="7408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817" name="Google Shape;817;p55"/>
          <p:cNvCxnSpPr/>
          <p:nvPr/>
        </p:nvCxnSpPr>
        <p:spPr>
          <a:xfrm>
            <a:off x="562700" y="6885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818" name="Google Shape;818;p55"/>
          <p:cNvCxnSpPr/>
          <p:nvPr/>
        </p:nvCxnSpPr>
        <p:spPr>
          <a:xfrm rot="10800000">
            <a:off x="4836625" y="3786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819" name="Google Shape;819;p55"/>
          <p:cNvCxnSpPr/>
          <p:nvPr/>
        </p:nvCxnSpPr>
        <p:spPr>
          <a:xfrm rot="10800000">
            <a:off x="980350" y="47609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820" name="Google Shape;820;p55"/>
          <p:cNvSpPr txBox="1"/>
          <p:nvPr>
            <p:ph idx="1" type="subTitle"/>
          </p:nvPr>
        </p:nvSpPr>
        <p:spPr>
          <a:xfrm>
            <a:off x="7200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1" name="Google Shape;821;p55"/>
          <p:cNvSpPr txBox="1"/>
          <p:nvPr>
            <p:ph idx="2" type="subTitle"/>
          </p:nvPr>
        </p:nvSpPr>
        <p:spPr>
          <a:xfrm>
            <a:off x="7200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2" name="Google Shape;822;p55"/>
          <p:cNvSpPr txBox="1"/>
          <p:nvPr>
            <p:ph idx="3" type="subTitle"/>
          </p:nvPr>
        </p:nvSpPr>
        <p:spPr>
          <a:xfrm>
            <a:off x="34038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3" name="Google Shape;823;p55"/>
          <p:cNvSpPr txBox="1"/>
          <p:nvPr>
            <p:ph idx="4" type="subTitle"/>
          </p:nvPr>
        </p:nvSpPr>
        <p:spPr>
          <a:xfrm>
            <a:off x="60876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4" name="Google Shape;824;p5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25" name="Google Shape;825;p55"/>
          <p:cNvSpPr txBox="1"/>
          <p:nvPr>
            <p:ph idx="5" type="subTitle"/>
          </p:nvPr>
        </p:nvSpPr>
        <p:spPr>
          <a:xfrm>
            <a:off x="34038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6" name="Google Shape;826;p55"/>
          <p:cNvSpPr txBox="1"/>
          <p:nvPr>
            <p:ph idx="6" type="subTitle"/>
          </p:nvPr>
        </p:nvSpPr>
        <p:spPr>
          <a:xfrm>
            <a:off x="60876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827" name="Shape 827"/>
        <p:cNvGrpSpPr/>
        <p:nvPr/>
      </p:nvGrpSpPr>
      <p:grpSpPr>
        <a:xfrm>
          <a:off x="0" y="0"/>
          <a:ext cx="0" cy="0"/>
          <a:chOff x="0" y="0"/>
          <a:chExt cx="0" cy="0"/>
        </a:xfrm>
      </p:grpSpPr>
      <p:sp>
        <p:nvSpPr>
          <p:cNvPr id="828" name="Google Shape;828;p5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29" name="Google Shape;829;p56"/>
          <p:cNvSpPr txBox="1"/>
          <p:nvPr>
            <p:ph idx="1" type="subTitle"/>
          </p:nvPr>
        </p:nvSpPr>
        <p:spPr>
          <a:xfrm>
            <a:off x="7200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0" name="Google Shape;830;p56"/>
          <p:cNvSpPr txBox="1"/>
          <p:nvPr>
            <p:ph idx="2" type="subTitle"/>
          </p:nvPr>
        </p:nvSpPr>
        <p:spPr>
          <a:xfrm>
            <a:off x="7200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1" name="Google Shape;831;p56"/>
          <p:cNvSpPr txBox="1"/>
          <p:nvPr>
            <p:ph idx="3" type="subTitle"/>
          </p:nvPr>
        </p:nvSpPr>
        <p:spPr>
          <a:xfrm>
            <a:off x="34038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2" name="Google Shape;832;p56"/>
          <p:cNvSpPr txBox="1"/>
          <p:nvPr>
            <p:ph idx="4" type="subTitle"/>
          </p:nvPr>
        </p:nvSpPr>
        <p:spPr>
          <a:xfrm>
            <a:off x="60876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3" name="Google Shape;833;p56"/>
          <p:cNvSpPr txBox="1"/>
          <p:nvPr>
            <p:ph idx="5" type="subTitle"/>
          </p:nvPr>
        </p:nvSpPr>
        <p:spPr>
          <a:xfrm>
            <a:off x="34038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4" name="Google Shape;834;p56"/>
          <p:cNvSpPr txBox="1"/>
          <p:nvPr>
            <p:ph idx="6" type="subTitle"/>
          </p:nvPr>
        </p:nvSpPr>
        <p:spPr>
          <a:xfrm>
            <a:off x="60876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835" name="Google Shape;835;p56"/>
          <p:cNvCxnSpPr/>
          <p:nvPr/>
        </p:nvCxnSpPr>
        <p:spPr>
          <a:xfrm>
            <a:off x="724925" y="4610000"/>
            <a:ext cx="7707900" cy="0"/>
          </a:xfrm>
          <a:prstGeom prst="straightConnector1">
            <a:avLst/>
          </a:prstGeom>
          <a:noFill/>
          <a:ln cap="flat" cmpd="sng" w="9525">
            <a:solidFill>
              <a:schemeClr val="lt1"/>
            </a:solidFill>
            <a:prstDash val="solid"/>
            <a:round/>
            <a:headEnd len="med" w="med" type="diamond"/>
            <a:tailEnd len="med" w="med" type="diamond"/>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36" name="Shape 836"/>
        <p:cNvGrpSpPr/>
        <p:nvPr/>
      </p:nvGrpSpPr>
      <p:grpSpPr>
        <a:xfrm>
          <a:off x="0" y="0"/>
          <a:ext cx="0" cy="0"/>
          <a:chOff x="0" y="0"/>
          <a:chExt cx="0" cy="0"/>
        </a:xfrm>
      </p:grpSpPr>
      <p:sp>
        <p:nvSpPr>
          <p:cNvPr id="837" name="Google Shape;837;p57"/>
          <p:cNvSpPr txBox="1"/>
          <p:nvPr>
            <p:ph idx="1" type="subTitle"/>
          </p:nvPr>
        </p:nvSpPr>
        <p:spPr>
          <a:xfrm>
            <a:off x="715100" y="18649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8" name="Google Shape;838;p57"/>
          <p:cNvSpPr txBox="1"/>
          <p:nvPr>
            <p:ph idx="2" type="subTitle"/>
          </p:nvPr>
        </p:nvSpPr>
        <p:spPr>
          <a:xfrm>
            <a:off x="715100" y="2207275"/>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9" name="Google Shape;839;p57"/>
          <p:cNvSpPr txBox="1"/>
          <p:nvPr>
            <p:ph idx="3" type="subTitle"/>
          </p:nvPr>
        </p:nvSpPr>
        <p:spPr>
          <a:xfrm>
            <a:off x="5561802" y="2207275"/>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0" name="Google Shape;840;p57"/>
          <p:cNvSpPr txBox="1"/>
          <p:nvPr>
            <p:ph idx="4" type="subTitle"/>
          </p:nvPr>
        </p:nvSpPr>
        <p:spPr>
          <a:xfrm>
            <a:off x="715100" y="3458750"/>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1" name="Google Shape;841;p57"/>
          <p:cNvSpPr txBox="1"/>
          <p:nvPr>
            <p:ph idx="5" type="subTitle"/>
          </p:nvPr>
        </p:nvSpPr>
        <p:spPr>
          <a:xfrm>
            <a:off x="5561802" y="3458750"/>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2" name="Google Shape;842;p5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43" name="Google Shape;843;p57"/>
          <p:cNvSpPr txBox="1"/>
          <p:nvPr>
            <p:ph idx="6" type="subTitle"/>
          </p:nvPr>
        </p:nvSpPr>
        <p:spPr>
          <a:xfrm>
            <a:off x="715100" y="31165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44" name="Google Shape;844;p57"/>
          <p:cNvSpPr txBox="1"/>
          <p:nvPr>
            <p:ph idx="7" type="subTitle"/>
          </p:nvPr>
        </p:nvSpPr>
        <p:spPr>
          <a:xfrm>
            <a:off x="5561800" y="18649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45" name="Google Shape;845;p57"/>
          <p:cNvSpPr txBox="1"/>
          <p:nvPr>
            <p:ph idx="8" type="subTitle"/>
          </p:nvPr>
        </p:nvSpPr>
        <p:spPr>
          <a:xfrm>
            <a:off x="5561800" y="31165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846" name="Google Shape;846;p57"/>
          <p:cNvGrpSpPr/>
          <p:nvPr/>
        </p:nvGrpSpPr>
        <p:grpSpPr>
          <a:xfrm>
            <a:off x="4233309" y="4322131"/>
            <a:ext cx="677382" cy="572735"/>
            <a:chOff x="4122450" y="2595825"/>
            <a:chExt cx="899100" cy="760200"/>
          </a:xfrm>
        </p:grpSpPr>
        <p:cxnSp>
          <p:nvCxnSpPr>
            <p:cNvPr id="847" name="Google Shape;847;p57"/>
            <p:cNvCxnSpPr/>
            <p:nvPr/>
          </p:nvCxnSpPr>
          <p:spPr>
            <a:xfrm>
              <a:off x="4572000" y="2595825"/>
              <a:ext cx="0" cy="760200"/>
            </a:xfrm>
            <a:prstGeom prst="straightConnector1">
              <a:avLst/>
            </a:prstGeom>
            <a:noFill/>
            <a:ln cap="flat" cmpd="sng" w="19050">
              <a:solidFill>
                <a:schemeClr val="lt1"/>
              </a:solidFill>
              <a:prstDash val="solid"/>
              <a:round/>
              <a:headEnd len="med" w="med" type="none"/>
              <a:tailEnd len="med" w="med" type="none"/>
            </a:ln>
          </p:spPr>
        </p:cxnSp>
        <p:cxnSp>
          <p:nvCxnSpPr>
            <p:cNvPr id="848" name="Google Shape;848;p57"/>
            <p:cNvCxnSpPr/>
            <p:nvPr/>
          </p:nvCxnSpPr>
          <p:spPr>
            <a:xfrm>
              <a:off x="4122450" y="2969525"/>
              <a:ext cx="899100" cy="0"/>
            </a:xfrm>
            <a:prstGeom prst="straightConnector1">
              <a:avLst/>
            </a:prstGeom>
            <a:noFill/>
            <a:ln cap="flat" cmpd="sng" w="19050">
              <a:solidFill>
                <a:schemeClr val="lt1"/>
              </a:solidFill>
              <a:prstDash val="solid"/>
              <a:round/>
              <a:headEnd len="med" w="med" type="none"/>
              <a:tailEnd len="med" w="med" type="none"/>
            </a:ln>
          </p:spPr>
        </p:cxnSp>
      </p:grpSp>
      <p:cxnSp>
        <p:nvCxnSpPr>
          <p:cNvPr id="849" name="Google Shape;849;p57"/>
          <p:cNvCxnSpPr/>
          <p:nvPr/>
        </p:nvCxnSpPr>
        <p:spPr>
          <a:xfrm rot="10800000">
            <a:off x="715100" y="4608500"/>
            <a:ext cx="2862900" cy="0"/>
          </a:xfrm>
          <a:prstGeom prst="straightConnector1">
            <a:avLst/>
          </a:prstGeom>
          <a:noFill/>
          <a:ln cap="flat" cmpd="sng" w="19050">
            <a:solidFill>
              <a:schemeClr val="lt1"/>
            </a:solidFill>
            <a:prstDash val="solid"/>
            <a:round/>
            <a:headEnd len="med" w="med" type="none"/>
            <a:tailEnd len="med" w="med" type="oval"/>
          </a:ln>
        </p:spPr>
      </p:cxnSp>
      <p:cxnSp>
        <p:nvCxnSpPr>
          <p:cNvPr id="850" name="Google Shape;850;p57"/>
          <p:cNvCxnSpPr/>
          <p:nvPr/>
        </p:nvCxnSpPr>
        <p:spPr>
          <a:xfrm>
            <a:off x="5563900" y="4608500"/>
            <a:ext cx="28629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51" name="Shape 851"/>
        <p:cNvGrpSpPr/>
        <p:nvPr/>
      </p:nvGrpSpPr>
      <p:grpSpPr>
        <a:xfrm>
          <a:off x="0" y="0"/>
          <a:ext cx="0" cy="0"/>
          <a:chOff x="0" y="0"/>
          <a:chExt cx="0" cy="0"/>
        </a:xfrm>
      </p:grpSpPr>
      <p:cxnSp>
        <p:nvCxnSpPr>
          <p:cNvPr id="852" name="Google Shape;852;p58"/>
          <p:cNvCxnSpPr/>
          <p:nvPr/>
        </p:nvCxnSpPr>
        <p:spPr>
          <a:xfrm>
            <a:off x="716950" y="4773325"/>
            <a:ext cx="7703100" cy="0"/>
          </a:xfrm>
          <a:prstGeom prst="straightConnector1">
            <a:avLst/>
          </a:prstGeom>
          <a:noFill/>
          <a:ln cap="flat" cmpd="sng" w="19050">
            <a:solidFill>
              <a:schemeClr val="dk2"/>
            </a:solidFill>
            <a:prstDash val="solid"/>
            <a:round/>
            <a:headEnd len="med" w="med" type="diamond"/>
            <a:tailEnd len="med" w="med" type="diamond"/>
          </a:ln>
        </p:spPr>
      </p:cxnSp>
      <p:sp>
        <p:nvSpPr>
          <p:cNvPr id="853" name="Google Shape;853;p5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54" name="Google Shape;854;p58"/>
          <p:cNvSpPr txBox="1"/>
          <p:nvPr>
            <p:ph idx="1" type="subTitle"/>
          </p:nvPr>
        </p:nvSpPr>
        <p:spPr>
          <a:xfrm>
            <a:off x="7200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5" name="Google Shape;855;p58"/>
          <p:cNvSpPr txBox="1"/>
          <p:nvPr>
            <p:ph idx="2" type="subTitle"/>
          </p:nvPr>
        </p:nvSpPr>
        <p:spPr>
          <a:xfrm>
            <a:off x="34038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6" name="Google Shape;856;p58"/>
          <p:cNvSpPr txBox="1"/>
          <p:nvPr>
            <p:ph idx="3" type="subTitle"/>
          </p:nvPr>
        </p:nvSpPr>
        <p:spPr>
          <a:xfrm>
            <a:off x="60876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 name="Google Shape;857;p58"/>
          <p:cNvSpPr txBox="1"/>
          <p:nvPr>
            <p:ph idx="4" type="subTitle"/>
          </p:nvPr>
        </p:nvSpPr>
        <p:spPr>
          <a:xfrm>
            <a:off x="7200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8" name="Google Shape;858;p58"/>
          <p:cNvSpPr txBox="1"/>
          <p:nvPr>
            <p:ph idx="5" type="subTitle"/>
          </p:nvPr>
        </p:nvSpPr>
        <p:spPr>
          <a:xfrm>
            <a:off x="34038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9" name="Google Shape;859;p58"/>
          <p:cNvSpPr txBox="1"/>
          <p:nvPr>
            <p:ph idx="6" type="subTitle"/>
          </p:nvPr>
        </p:nvSpPr>
        <p:spPr>
          <a:xfrm>
            <a:off x="60876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0" name="Google Shape;860;p58"/>
          <p:cNvSpPr txBox="1"/>
          <p:nvPr>
            <p:ph idx="7" type="subTitle"/>
          </p:nvPr>
        </p:nvSpPr>
        <p:spPr>
          <a:xfrm>
            <a:off x="7151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1" name="Google Shape;861;p58"/>
          <p:cNvSpPr txBox="1"/>
          <p:nvPr>
            <p:ph idx="8" type="subTitle"/>
          </p:nvPr>
        </p:nvSpPr>
        <p:spPr>
          <a:xfrm>
            <a:off x="34038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2" name="Google Shape;862;p58"/>
          <p:cNvSpPr txBox="1"/>
          <p:nvPr>
            <p:ph idx="9" type="subTitle"/>
          </p:nvPr>
        </p:nvSpPr>
        <p:spPr>
          <a:xfrm>
            <a:off x="60925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3" name="Google Shape;863;p58"/>
          <p:cNvSpPr txBox="1"/>
          <p:nvPr>
            <p:ph idx="13" type="subTitle"/>
          </p:nvPr>
        </p:nvSpPr>
        <p:spPr>
          <a:xfrm>
            <a:off x="7151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4" name="Google Shape;864;p58"/>
          <p:cNvSpPr txBox="1"/>
          <p:nvPr>
            <p:ph idx="14" type="subTitle"/>
          </p:nvPr>
        </p:nvSpPr>
        <p:spPr>
          <a:xfrm>
            <a:off x="34038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5" name="Google Shape;865;p58"/>
          <p:cNvSpPr txBox="1"/>
          <p:nvPr>
            <p:ph idx="15" type="subTitle"/>
          </p:nvPr>
        </p:nvSpPr>
        <p:spPr>
          <a:xfrm>
            <a:off x="60925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66" name="Shape 866"/>
        <p:cNvGrpSpPr/>
        <p:nvPr/>
      </p:nvGrpSpPr>
      <p:grpSpPr>
        <a:xfrm>
          <a:off x="0" y="0"/>
          <a:ext cx="0" cy="0"/>
          <a:chOff x="0" y="0"/>
          <a:chExt cx="0" cy="0"/>
        </a:xfrm>
      </p:grpSpPr>
      <p:sp>
        <p:nvSpPr>
          <p:cNvPr id="867" name="Google Shape;867;p59"/>
          <p:cNvSpPr txBox="1"/>
          <p:nvPr>
            <p:ph hasCustomPrompt="1" type="title"/>
          </p:nvPr>
        </p:nvSpPr>
        <p:spPr>
          <a:xfrm>
            <a:off x="2308950" y="697375"/>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68" name="Google Shape;868;p59"/>
          <p:cNvSpPr txBox="1"/>
          <p:nvPr>
            <p:ph idx="1" type="subTitle"/>
          </p:nvPr>
        </p:nvSpPr>
        <p:spPr>
          <a:xfrm>
            <a:off x="2308950" y="145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9" name="Google Shape;869;p59"/>
          <p:cNvSpPr txBox="1"/>
          <p:nvPr>
            <p:ph hasCustomPrompt="1" idx="2" type="title"/>
          </p:nvPr>
        </p:nvSpPr>
        <p:spPr>
          <a:xfrm>
            <a:off x="2308950" y="2077317"/>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70" name="Google Shape;870;p59"/>
          <p:cNvSpPr txBox="1"/>
          <p:nvPr>
            <p:ph idx="3" type="subTitle"/>
          </p:nvPr>
        </p:nvSpPr>
        <p:spPr>
          <a:xfrm>
            <a:off x="2308950" y="2838249"/>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1" name="Google Shape;871;p59"/>
          <p:cNvSpPr txBox="1"/>
          <p:nvPr>
            <p:ph hasCustomPrompt="1" idx="4" type="title"/>
          </p:nvPr>
        </p:nvSpPr>
        <p:spPr>
          <a:xfrm>
            <a:off x="2308950" y="3457271"/>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72" name="Google Shape;872;p59"/>
          <p:cNvSpPr txBox="1"/>
          <p:nvPr>
            <p:ph idx="5" type="subTitle"/>
          </p:nvPr>
        </p:nvSpPr>
        <p:spPr>
          <a:xfrm>
            <a:off x="2308950" y="421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73" name="Google Shape;873;p59"/>
          <p:cNvGrpSpPr/>
          <p:nvPr/>
        </p:nvGrpSpPr>
        <p:grpSpPr>
          <a:xfrm>
            <a:off x="8262775" y="892888"/>
            <a:ext cx="332250" cy="4250612"/>
            <a:chOff x="8262775" y="892888"/>
            <a:chExt cx="332250" cy="4250612"/>
          </a:xfrm>
        </p:grpSpPr>
        <p:grpSp>
          <p:nvGrpSpPr>
            <p:cNvPr id="874" name="Google Shape;874;p59"/>
            <p:cNvGrpSpPr/>
            <p:nvPr/>
          </p:nvGrpSpPr>
          <p:grpSpPr>
            <a:xfrm flipH="1">
              <a:off x="8262775" y="892888"/>
              <a:ext cx="332250" cy="334425"/>
              <a:chOff x="4618500" y="3002875"/>
              <a:chExt cx="332250" cy="334425"/>
            </a:xfrm>
          </p:grpSpPr>
          <p:sp>
            <p:nvSpPr>
              <p:cNvPr id="875" name="Google Shape;875;p5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80" name="Google Shape;880;p59"/>
            <p:cNvCxnSpPr/>
            <p:nvPr/>
          </p:nvCxnSpPr>
          <p:spPr>
            <a:xfrm>
              <a:off x="8429600" y="1418399"/>
              <a:ext cx="0" cy="3725100"/>
            </a:xfrm>
            <a:prstGeom prst="straightConnector1">
              <a:avLst/>
            </a:prstGeom>
            <a:noFill/>
            <a:ln cap="flat" cmpd="sng" w="19050">
              <a:solidFill>
                <a:schemeClr val="accent2"/>
              </a:solidFill>
              <a:prstDash val="solid"/>
              <a:round/>
              <a:headEnd len="med" w="med" type="none"/>
              <a:tailEnd len="med" w="med" type="none"/>
            </a:ln>
          </p:spPr>
        </p:cxnSp>
      </p:grpSp>
      <p:grpSp>
        <p:nvGrpSpPr>
          <p:cNvPr id="881" name="Google Shape;881;p59"/>
          <p:cNvGrpSpPr/>
          <p:nvPr/>
        </p:nvGrpSpPr>
        <p:grpSpPr>
          <a:xfrm>
            <a:off x="548975" y="0"/>
            <a:ext cx="332250" cy="4239575"/>
            <a:chOff x="548975" y="0"/>
            <a:chExt cx="332250" cy="4239575"/>
          </a:xfrm>
        </p:grpSpPr>
        <p:grpSp>
          <p:nvGrpSpPr>
            <p:cNvPr id="882" name="Google Shape;882;p59"/>
            <p:cNvGrpSpPr/>
            <p:nvPr/>
          </p:nvGrpSpPr>
          <p:grpSpPr>
            <a:xfrm flipH="1">
              <a:off x="548975" y="3905150"/>
              <a:ext cx="332250" cy="334425"/>
              <a:chOff x="4618500" y="3002875"/>
              <a:chExt cx="332250" cy="334425"/>
            </a:xfrm>
          </p:grpSpPr>
          <p:sp>
            <p:nvSpPr>
              <p:cNvPr id="883" name="Google Shape;883;p5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88" name="Google Shape;888;p59"/>
            <p:cNvCxnSpPr/>
            <p:nvPr/>
          </p:nvCxnSpPr>
          <p:spPr>
            <a:xfrm>
              <a:off x="715100" y="0"/>
              <a:ext cx="0" cy="372480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889" name="Shape 889"/>
        <p:cNvGrpSpPr/>
        <p:nvPr/>
      </p:nvGrpSpPr>
      <p:grpSpPr>
        <a:xfrm>
          <a:off x="0" y="0"/>
          <a:ext cx="0" cy="0"/>
          <a:chOff x="0" y="0"/>
          <a:chExt cx="0" cy="0"/>
        </a:xfrm>
      </p:grpSpPr>
      <p:sp>
        <p:nvSpPr>
          <p:cNvPr id="890" name="Google Shape;890;p60"/>
          <p:cNvSpPr txBox="1"/>
          <p:nvPr>
            <p:ph type="ctrTitle"/>
          </p:nvPr>
        </p:nvSpPr>
        <p:spPr>
          <a:xfrm>
            <a:off x="2425050" y="535000"/>
            <a:ext cx="4293900" cy="89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91" name="Google Shape;891;p60"/>
          <p:cNvSpPr txBox="1"/>
          <p:nvPr>
            <p:ph idx="1" type="subTitle"/>
          </p:nvPr>
        </p:nvSpPr>
        <p:spPr>
          <a:xfrm>
            <a:off x="2425075" y="1531325"/>
            <a:ext cx="4293900" cy="12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92" name="Google Shape;892;p60"/>
          <p:cNvSpPr txBox="1"/>
          <p:nvPr/>
        </p:nvSpPr>
        <p:spPr>
          <a:xfrm>
            <a:off x="2425200" y="3518350"/>
            <a:ext cx="4293900" cy="6699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100">
                <a:solidFill>
                  <a:schemeClr val="lt1"/>
                </a:solidFill>
                <a:latin typeface="Montserrat"/>
                <a:ea typeface="Montserrat"/>
                <a:cs typeface="Montserrat"/>
                <a:sym typeface="Montserrat"/>
              </a:rPr>
              <a:t>CREDITS: This presentation template was created by </a:t>
            </a:r>
            <a:r>
              <a:rPr b="1" lang="en" sz="1100">
                <a:solidFill>
                  <a:schemeClr val="lt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lt1"/>
                </a:solidFill>
                <a:latin typeface="Montserrat"/>
                <a:ea typeface="Montserrat"/>
                <a:cs typeface="Montserrat"/>
                <a:sym typeface="Montserrat"/>
              </a:rPr>
              <a:t>, and includes icons by </a:t>
            </a:r>
            <a:r>
              <a:rPr b="1" lang="en" sz="1100">
                <a:solidFill>
                  <a:schemeClr val="lt1"/>
                </a:solidFill>
                <a:uFill>
                  <a:noFill/>
                </a:uFill>
                <a:latin typeface="Montserrat"/>
                <a:ea typeface="Montserrat"/>
                <a:cs typeface="Montserrat"/>
                <a:sym typeface="Montserrat"/>
                <a:hlinkClick r:id="rId3">
                  <a:extLst>
                    <a:ext uri="{A12FA001-AC4F-418D-AE19-62706E023703}">
                      <ahyp:hlinkClr val="tx"/>
                    </a:ext>
                  </a:extLst>
                </a:hlinkClick>
              </a:rPr>
              <a:t>Flaticon</a:t>
            </a:r>
            <a:r>
              <a:rPr b="1" lang="en" sz="1100">
                <a:solidFill>
                  <a:schemeClr val="lt1"/>
                </a:solidFill>
                <a:latin typeface="Montserrat"/>
                <a:ea typeface="Montserrat"/>
                <a:cs typeface="Montserrat"/>
                <a:sym typeface="Montserrat"/>
              </a:rPr>
              <a:t> </a:t>
            </a:r>
            <a:r>
              <a:rPr lang="en" sz="1100">
                <a:solidFill>
                  <a:schemeClr val="lt1"/>
                </a:solidFill>
                <a:latin typeface="Montserrat"/>
                <a:ea typeface="Montserrat"/>
                <a:cs typeface="Montserrat"/>
                <a:sym typeface="Montserrat"/>
              </a:rPr>
              <a:t>and infographics &amp; images by </a:t>
            </a:r>
            <a:r>
              <a:rPr b="1" lang="en" sz="1100">
                <a:solidFill>
                  <a:schemeClr val="lt1"/>
                </a:solidFill>
                <a:uFill>
                  <a:noFill/>
                </a:uFill>
                <a:latin typeface="Montserrat"/>
                <a:ea typeface="Montserrat"/>
                <a:cs typeface="Montserrat"/>
                <a:sym typeface="Montserrat"/>
                <a:hlinkClick r:id="rId4">
                  <a:extLst>
                    <a:ext uri="{A12FA001-AC4F-418D-AE19-62706E023703}">
                      <ahyp:hlinkClr val="tx"/>
                    </a:ext>
                  </a:extLst>
                </a:hlinkClick>
              </a:rPr>
              <a:t>Freepik</a:t>
            </a:r>
            <a:endParaRPr sz="1100">
              <a:solidFill>
                <a:schemeClr val="lt1"/>
              </a:solidFill>
              <a:latin typeface="Montserrat"/>
              <a:ea typeface="Montserrat"/>
              <a:cs typeface="Montserrat"/>
              <a:sym typeface="Montserrat"/>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893" name="Shape 893"/>
        <p:cNvGrpSpPr/>
        <p:nvPr/>
      </p:nvGrpSpPr>
      <p:grpSpPr>
        <a:xfrm>
          <a:off x="0" y="0"/>
          <a:ext cx="0" cy="0"/>
          <a:chOff x="0" y="0"/>
          <a:chExt cx="0" cy="0"/>
        </a:xfrm>
      </p:grpSpPr>
      <p:grpSp>
        <p:nvGrpSpPr>
          <p:cNvPr id="894" name="Google Shape;894;p61"/>
          <p:cNvGrpSpPr/>
          <p:nvPr/>
        </p:nvGrpSpPr>
        <p:grpSpPr>
          <a:xfrm flipH="1">
            <a:off x="8162809" y="-25"/>
            <a:ext cx="532173" cy="3525061"/>
            <a:chOff x="403368" y="-24"/>
            <a:chExt cx="623446" cy="4129641"/>
          </a:xfrm>
        </p:grpSpPr>
        <p:sp>
          <p:nvSpPr>
            <p:cNvPr id="895" name="Google Shape;895;p6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61"/>
          <p:cNvGrpSpPr/>
          <p:nvPr/>
        </p:nvGrpSpPr>
        <p:grpSpPr>
          <a:xfrm flipH="1" rot="10800000">
            <a:off x="449010" y="1591380"/>
            <a:ext cx="532173" cy="3525061"/>
            <a:chOff x="403368" y="-24"/>
            <a:chExt cx="623446" cy="4129641"/>
          </a:xfrm>
        </p:grpSpPr>
        <p:sp>
          <p:nvSpPr>
            <p:cNvPr id="902" name="Google Shape;902;p6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908" name="Shape 908"/>
        <p:cNvGrpSpPr/>
        <p:nvPr/>
      </p:nvGrpSpPr>
      <p:grpSpPr>
        <a:xfrm>
          <a:off x="0" y="0"/>
          <a:ext cx="0" cy="0"/>
          <a:chOff x="0" y="0"/>
          <a:chExt cx="0" cy="0"/>
        </a:xfrm>
      </p:grpSpPr>
      <p:grpSp>
        <p:nvGrpSpPr>
          <p:cNvPr id="909" name="Google Shape;909;p62"/>
          <p:cNvGrpSpPr/>
          <p:nvPr/>
        </p:nvGrpSpPr>
        <p:grpSpPr>
          <a:xfrm>
            <a:off x="449010" y="-25"/>
            <a:ext cx="532173" cy="3525061"/>
            <a:chOff x="403368" y="-24"/>
            <a:chExt cx="623446" cy="4129641"/>
          </a:xfrm>
        </p:grpSpPr>
        <p:sp>
          <p:nvSpPr>
            <p:cNvPr id="910" name="Google Shape;910;p6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 name="Google Shape;916;p62"/>
          <p:cNvGrpSpPr/>
          <p:nvPr/>
        </p:nvGrpSpPr>
        <p:grpSpPr>
          <a:xfrm rot="10800000">
            <a:off x="8162809" y="1591380"/>
            <a:ext cx="532173" cy="3525061"/>
            <a:chOff x="403368" y="-24"/>
            <a:chExt cx="623446" cy="4129641"/>
          </a:xfrm>
        </p:grpSpPr>
        <p:sp>
          <p:nvSpPr>
            <p:cNvPr id="917" name="Google Shape;917;p6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slideLayout" Target="../slideLayouts/slideLayout59.xml"/><Relationship Id="rId7" Type="http://schemas.openxmlformats.org/officeDocument/2006/relationships/slideLayout" Target="../slideLayouts/slideLayout37.xml"/><Relationship Id="rId8" Type="http://schemas.openxmlformats.org/officeDocument/2006/relationships/slideLayout" Target="../slideLayouts/slideLayout38.xml"/><Relationship Id="rId31" Type="http://schemas.openxmlformats.org/officeDocument/2006/relationships/theme" Target="../theme/theme1.xml"/><Relationship Id="rId30" Type="http://schemas.openxmlformats.org/officeDocument/2006/relationships/slideLayout" Target="../slideLayouts/slideLayout60.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1pPr>
            <a:lvl2pPr lvl="1"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2pPr>
            <a:lvl3pPr lvl="2"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3pPr>
            <a:lvl4pPr lvl="3"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4pPr>
            <a:lvl5pPr lvl="4"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5pPr>
            <a:lvl6pPr lvl="5"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6pPr>
            <a:lvl7pPr lvl="6"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7pPr>
            <a:lvl8pPr lvl="7"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8pPr>
            <a:lvl9pPr lvl="8"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Catamaran"/>
              <a:buChar char="●"/>
              <a:defRPr>
                <a:solidFill>
                  <a:schemeClr val="lt1"/>
                </a:solidFill>
                <a:latin typeface="Catamaran"/>
                <a:ea typeface="Catamaran"/>
                <a:cs typeface="Catamaran"/>
                <a:sym typeface="Catamaran"/>
              </a:defRPr>
            </a:lvl1pPr>
            <a:lvl2pPr indent="-317500" lvl="1" marL="9144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2pPr>
            <a:lvl3pPr indent="-317500" lvl="2" marL="13716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3pPr>
            <a:lvl4pPr indent="-317500" lvl="3" marL="18288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4pPr>
            <a:lvl5pPr indent="-317500" lvl="4" marL="22860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5pPr>
            <a:lvl6pPr indent="-317500" lvl="5" marL="27432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6pPr>
            <a:lvl7pPr indent="-317500" lvl="6" marL="32004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7pPr>
            <a:lvl8pPr indent="-317500" lvl="7" marL="36576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8pPr>
            <a:lvl9pPr indent="-317500" lvl="8" marL="4114800">
              <a:lnSpc>
                <a:spcPct val="100000"/>
              </a:lnSpc>
              <a:spcBef>
                <a:spcPts val="1600"/>
              </a:spcBef>
              <a:spcAft>
                <a:spcPts val="1600"/>
              </a:spcAft>
              <a:buClr>
                <a:schemeClr val="lt1"/>
              </a:buClr>
              <a:buSzPts val="1400"/>
              <a:buFont typeface="Catamaran"/>
              <a:buChar char="■"/>
              <a:defRPr>
                <a:solidFill>
                  <a:schemeClr val="lt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464" name="Shape 464"/>
        <p:cNvGrpSpPr/>
        <p:nvPr/>
      </p:nvGrpSpPr>
      <p:grpSpPr>
        <a:xfrm>
          <a:off x="0" y="0"/>
          <a:ext cx="0" cy="0"/>
          <a:chOff x="0" y="0"/>
          <a:chExt cx="0" cy="0"/>
        </a:xfrm>
      </p:grpSpPr>
      <p:sp>
        <p:nvSpPr>
          <p:cNvPr id="465" name="Google Shape;465;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1pPr>
            <a:lvl2pPr lvl="1"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2pPr>
            <a:lvl3pPr lvl="2"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3pPr>
            <a:lvl4pPr lvl="3"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4pPr>
            <a:lvl5pPr lvl="4"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5pPr>
            <a:lvl6pPr lvl="5"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6pPr>
            <a:lvl7pPr lvl="6"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7pPr>
            <a:lvl8pPr lvl="7"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8pPr>
            <a:lvl9pPr lvl="8"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9pPr>
          </a:lstStyle>
          <a:p/>
        </p:txBody>
      </p:sp>
      <p:sp>
        <p:nvSpPr>
          <p:cNvPr id="466" name="Google Shape;466;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tamaran"/>
              <a:buChar char="●"/>
              <a:defRPr>
                <a:solidFill>
                  <a:schemeClr val="lt1"/>
                </a:solidFill>
                <a:latin typeface="Catamaran"/>
                <a:ea typeface="Catamaran"/>
                <a:cs typeface="Catamaran"/>
                <a:sym typeface="Catamaran"/>
              </a:defRPr>
            </a:lvl1pPr>
            <a:lvl2pPr indent="-317500" lvl="1" marL="9144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2pPr>
            <a:lvl3pPr indent="-317500" lvl="2" marL="13716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3pPr>
            <a:lvl4pPr indent="-317500" lvl="3" marL="18288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4pPr>
            <a:lvl5pPr indent="-317500" lvl="4" marL="22860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5pPr>
            <a:lvl6pPr indent="-317500" lvl="5" marL="27432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6pPr>
            <a:lvl7pPr indent="-317500" lvl="6" marL="32004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7pPr>
            <a:lvl8pPr indent="-317500" lvl="7" marL="36576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8pPr>
            <a:lvl9pPr indent="-317500" lvl="8" marL="4114800" rtl="0">
              <a:lnSpc>
                <a:spcPct val="100000"/>
              </a:lnSpc>
              <a:spcBef>
                <a:spcPts val="1600"/>
              </a:spcBef>
              <a:spcAft>
                <a:spcPts val="1600"/>
              </a:spcAft>
              <a:buClr>
                <a:schemeClr val="lt1"/>
              </a:buClr>
              <a:buSzPts val="1400"/>
              <a:buFont typeface="Catamaran"/>
              <a:buChar char="■"/>
              <a:defRPr>
                <a:solidFill>
                  <a:schemeClr val="lt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63"/>
          <p:cNvSpPr txBox="1"/>
          <p:nvPr>
            <p:ph type="ctrTitle"/>
          </p:nvPr>
        </p:nvSpPr>
        <p:spPr>
          <a:xfrm>
            <a:off x="2119950" y="1122675"/>
            <a:ext cx="4904100" cy="77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600">
                <a:latin typeface="Montserrat"/>
                <a:ea typeface="Montserrat"/>
                <a:cs typeface="Montserrat"/>
                <a:sym typeface="Montserrat"/>
              </a:rPr>
              <a:t>BÁO CÁO</a:t>
            </a:r>
            <a:endParaRPr b="1" sz="2600">
              <a:latin typeface="Montserrat"/>
              <a:ea typeface="Montserrat"/>
              <a:cs typeface="Montserrat"/>
              <a:sym typeface="Montserrat"/>
            </a:endParaRPr>
          </a:p>
        </p:txBody>
      </p:sp>
      <p:sp>
        <p:nvSpPr>
          <p:cNvPr id="928" name="Google Shape;928;p63"/>
          <p:cNvSpPr txBox="1"/>
          <p:nvPr>
            <p:ph idx="1" type="subTitle"/>
          </p:nvPr>
        </p:nvSpPr>
        <p:spPr>
          <a:xfrm>
            <a:off x="1805288" y="3456225"/>
            <a:ext cx="5804400" cy="9264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000000"/>
                </a:solidFill>
                <a:latin typeface="Montserrat"/>
                <a:ea typeface="Montserrat"/>
                <a:cs typeface="Montserrat"/>
                <a:sym typeface="Montserrat"/>
              </a:rPr>
              <a:t>2425II_INT3310_1</a:t>
            </a:r>
            <a:endParaRPr>
              <a:solidFill>
                <a:srgbClr val="000000"/>
              </a:solidFill>
              <a:latin typeface="Montserrat"/>
              <a:ea typeface="Montserrat"/>
              <a:cs typeface="Montserrat"/>
              <a:sym typeface="Montserrat"/>
            </a:endParaRPr>
          </a:p>
          <a:p>
            <a:pPr indent="0" lvl="0" marL="0" rtl="0" algn="ctr">
              <a:lnSpc>
                <a:spcPct val="115000"/>
              </a:lnSpc>
              <a:spcBef>
                <a:spcPts val="0"/>
              </a:spcBef>
              <a:spcAft>
                <a:spcPts val="0"/>
              </a:spcAft>
              <a:buNone/>
            </a:pPr>
            <a:r>
              <a:rPr lang="en">
                <a:latin typeface="Montserrat"/>
                <a:ea typeface="Montserrat"/>
                <a:cs typeface="Montserrat"/>
                <a:sym typeface="Montserrat"/>
              </a:rPr>
              <a:t>QUẢN TRỊ MẠNG</a:t>
            </a:r>
            <a:endParaRPr>
              <a:latin typeface="Montserrat"/>
              <a:ea typeface="Montserrat"/>
              <a:cs typeface="Montserrat"/>
              <a:sym typeface="Montserrat"/>
            </a:endParaRPr>
          </a:p>
          <a:p>
            <a:pPr indent="0" lvl="0" marL="0" rtl="0" algn="ctr">
              <a:lnSpc>
                <a:spcPct val="115000"/>
              </a:lnSpc>
              <a:spcBef>
                <a:spcPts val="0"/>
              </a:spcBef>
              <a:spcAft>
                <a:spcPts val="0"/>
              </a:spcAft>
              <a:buNone/>
            </a:pPr>
            <a:r>
              <a:rPr lang="en">
                <a:latin typeface="Montserrat"/>
                <a:ea typeface="Montserrat"/>
                <a:cs typeface="Montserrat"/>
                <a:sym typeface="Montserrat"/>
              </a:rPr>
              <a:t>NHÓM 1 - </a:t>
            </a:r>
            <a:r>
              <a:rPr lang="en">
                <a:latin typeface="Montserrat"/>
                <a:ea typeface="Montserrat"/>
                <a:cs typeface="Montserrat"/>
                <a:sym typeface="Montserrat"/>
              </a:rPr>
              <a:t>ĐỀ TÀI 8 - KUBERNETES</a:t>
            </a:r>
            <a:endParaRPr>
              <a:latin typeface="Montserrat"/>
              <a:ea typeface="Montserrat"/>
              <a:cs typeface="Montserrat"/>
              <a:sym typeface="Montserrat"/>
            </a:endParaRPr>
          </a:p>
        </p:txBody>
      </p:sp>
      <p:grpSp>
        <p:nvGrpSpPr>
          <p:cNvPr id="929" name="Google Shape;929;p63"/>
          <p:cNvGrpSpPr/>
          <p:nvPr/>
        </p:nvGrpSpPr>
        <p:grpSpPr>
          <a:xfrm>
            <a:off x="2420254" y="623420"/>
            <a:ext cx="4303492" cy="392758"/>
            <a:chOff x="2420254" y="534995"/>
            <a:chExt cx="4303492" cy="392758"/>
          </a:xfrm>
        </p:grpSpPr>
        <p:grpSp>
          <p:nvGrpSpPr>
            <p:cNvPr id="930" name="Google Shape;930;p63"/>
            <p:cNvGrpSpPr/>
            <p:nvPr/>
          </p:nvGrpSpPr>
          <p:grpSpPr>
            <a:xfrm>
              <a:off x="4375682" y="534995"/>
              <a:ext cx="392680" cy="392758"/>
              <a:chOff x="4375682" y="534995"/>
              <a:chExt cx="392680" cy="392758"/>
            </a:xfrm>
          </p:grpSpPr>
          <p:sp>
            <p:nvSpPr>
              <p:cNvPr id="931" name="Google Shape;931;p63"/>
              <p:cNvSpPr/>
              <p:nvPr/>
            </p:nvSpPr>
            <p:spPr>
              <a:xfrm rot="-5400000">
                <a:off x="4571983" y="535078"/>
                <a:ext cx="78" cy="392680"/>
              </a:xfrm>
              <a:custGeom>
                <a:rect b="b" l="l" r="r" t="t"/>
                <a:pathLst>
                  <a:path extrusionOk="0" fill="none" h="5005" w="1">
                    <a:moveTo>
                      <a:pt x="1" y="5004"/>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3"/>
              <p:cNvSpPr/>
              <p:nvPr/>
            </p:nvSpPr>
            <p:spPr>
              <a:xfrm rot="-5400000">
                <a:off x="4375638" y="731335"/>
                <a:ext cx="392758" cy="78"/>
              </a:xfrm>
              <a:custGeom>
                <a:rect b="b" l="l" r="r" t="t"/>
                <a:pathLst>
                  <a:path extrusionOk="0" fill="none" h="1" w="5006">
                    <a:moveTo>
                      <a:pt x="1" y="0"/>
                    </a:moveTo>
                    <a:lnTo>
                      <a:pt x="500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3"/>
              <p:cNvSpPr/>
              <p:nvPr/>
            </p:nvSpPr>
            <p:spPr>
              <a:xfrm rot="-5400000">
                <a:off x="4509213" y="667356"/>
                <a:ext cx="128043" cy="128043"/>
              </a:xfrm>
              <a:custGeom>
                <a:rect b="b" l="l" r="r" t="t"/>
                <a:pathLst>
                  <a:path extrusionOk="0" fill="none" h="1632" w="1632">
                    <a:moveTo>
                      <a:pt x="1631" y="1631"/>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3"/>
              <p:cNvSpPr/>
              <p:nvPr/>
            </p:nvSpPr>
            <p:spPr>
              <a:xfrm rot="-5400000">
                <a:off x="4509213" y="667356"/>
                <a:ext cx="128043" cy="128043"/>
              </a:xfrm>
              <a:custGeom>
                <a:rect b="b" l="l" r="r" t="t"/>
                <a:pathLst>
                  <a:path extrusionOk="0" fill="none" h="1632" w="1632">
                    <a:moveTo>
                      <a:pt x="1" y="1631"/>
                    </a:moveTo>
                    <a:lnTo>
                      <a:pt x="163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63"/>
            <p:cNvSpPr/>
            <p:nvPr/>
          </p:nvSpPr>
          <p:spPr>
            <a:xfrm rot="-5400000">
              <a:off x="5801635" y="-190654"/>
              <a:ext cx="78" cy="1844144"/>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3"/>
            <p:cNvSpPr/>
            <p:nvPr/>
          </p:nvSpPr>
          <p:spPr>
            <a:xfrm rot="-5400000">
              <a:off x="3342326" y="-190693"/>
              <a:ext cx="78" cy="1844222"/>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63"/>
          <p:cNvGrpSpPr/>
          <p:nvPr/>
        </p:nvGrpSpPr>
        <p:grpSpPr>
          <a:xfrm>
            <a:off x="2420254" y="4462845"/>
            <a:ext cx="4303492" cy="392680"/>
            <a:chOff x="2420254" y="4215820"/>
            <a:chExt cx="4303492" cy="392680"/>
          </a:xfrm>
        </p:grpSpPr>
        <p:grpSp>
          <p:nvGrpSpPr>
            <p:cNvPr id="938" name="Google Shape;938;p63"/>
            <p:cNvGrpSpPr/>
            <p:nvPr/>
          </p:nvGrpSpPr>
          <p:grpSpPr>
            <a:xfrm>
              <a:off x="4375682" y="4215820"/>
              <a:ext cx="392680" cy="392680"/>
              <a:chOff x="4375682" y="4215820"/>
              <a:chExt cx="392680" cy="392680"/>
            </a:xfrm>
          </p:grpSpPr>
          <p:sp>
            <p:nvSpPr>
              <p:cNvPr id="939" name="Google Shape;939;p63"/>
              <p:cNvSpPr/>
              <p:nvPr/>
            </p:nvSpPr>
            <p:spPr>
              <a:xfrm rot="-5400000">
                <a:off x="4571983" y="4215825"/>
                <a:ext cx="78" cy="392680"/>
              </a:xfrm>
              <a:custGeom>
                <a:rect b="b" l="l" r="r" t="t"/>
                <a:pathLst>
                  <a:path extrusionOk="0" fill="none" h="5005" w="1">
                    <a:moveTo>
                      <a:pt x="1" y="5004"/>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3"/>
              <p:cNvSpPr/>
              <p:nvPr/>
            </p:nvSpPr>
            <p:spPr>
              <a:xfrm rot="-5400000">
                <a:off x="4375677" y="4412121"/>
                <a:ext cx="392680" cy="78"/>
              </a:xfrm>
              <a:custGeom>
                <a:rect b="b" l="l" r="r" t="t"/>
                <a:pathLst>
                  <a:path extrusionOk="0" fill="none" h="1" w="5005">
                    <a:moveTo>
                      <a:pt x="1" y="0"/>
                    </a:moveTo>
                    <a:lnTo>
                      <a:pt x="500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3"/>
              <p:cNvSpPr/>
              <p:nvPr/>
            </p:nvSpPr>
            <p:spPr>
              <a:xfrm rot="-5400000">
                <a:off x="4509174" y="4348063"/>
                <a:ext cx="128121" cy="128043"/>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3"/>
              <p:cNvSpPr/>
              <p:nvPr/>
            </p:nvSpPr>
            <p:spPr>
              <a:xfrm rot="-5400000">
                <a:off x="4509174" y="4348063"/>
                <a:ext cx="128121" cy="128043"/>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3" name="Google Shape;943;p63"/>
            <p:cNvSpPr/>
            <p:nvPr/>
          </p:nvSpPr>
          <p:spPr>
            <a:xfrm rot="-5400000">
              <a:off x="5801635" y="3490093"/>
              <a:ext cx="78" cy="1844144"/>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3"/>
            <p:cNvSpPr/>
            <p:nvPr/>
          </p:nvSpPr>
          <p:spPr>
            <a:xfrm rot="-5400000">
              <a:off x="3342326" y="3490054"/>
              <a:ext cx="78" cy="1844222"/>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45" name="Google Shape;945;p63"/>
          <p:cNvPicPr preferRelativeResize="0"/>
          <p:nvPr/>
        </p:nvPicPr>
        <p:blipFill rotWithShape="1">
          <a:blip r:embed="rId3">
            <a:alphaModFix/>
          </a:blip>
          <a:srcRect b="0" l="0" r="0" t="0"/>
          <a:stretch/>
        </p:blipFill>
        <p:spPr>
          <a:xfrm>
            <a:off x="4371182" y="95195"/>
            <a:ext cx="420725" cy="421730"/>
          </a:xfrm>
          <a:prstGeom prst="rect">
            <a:avLst/>
          </a:prstGeom>
          <a:noFill/>
          <a:ln>
            <a:noFill/>
          </a:ln>
        </p:spPr>
      </p:pic>
      <p:pic>
        <p:nvPicPr>
          <p:cNvPr id="946" name="Google Shape;946;p63"/>
          <p:cNvPicPr preferRelativeResize="0"/>
          <p:nvPr/>
        </p:nvPicPr>
        <p:blipFill rotWithShape="1">
          <a:blip r:embed="rId4">
            <a:alphaModFix/>
          </a:blip>
          <a:srcRect b="0" l="0" r="0" t="0"/>
          <a:stretch/>
        </p:blipFill>
        <p:spPr>
          <a:xfrm>
            <a:off x="4991547" y="88425"/>
            <a:ext cx="425040" cy="426054"/>
          </a:xfrm>
          <a:prstGeom prst="rect">
            <a:avLst/>
          </a:prstGeom>
          <a:noFill/>
          <a:ln>
            <a:noFill/>
          </a:ln>
        </p:spPr>
      </p:pic>
      <p:pic>
        <p:nvPicPr>
          <p:cNvPr id="947" name="Google Shape;947;p63"/>
          <p:cNvPicPr preferRelativeResize="0"/>
          <p:nvPr/>
        </p:nvPicPr>
        <p:blipFill rotWithShape="1">
          <a:blip r:embed="rId5">
            <a:alphaModFix/>
          </a:blip>
          <a:srcRect b="3209" l="3462" r="63591" t="9811"/>
          <a:stretch/>
        </p:blipFill>
        <p:spPr>
          <a:xfrm>
            <a:off x="3727413" y="90590"/>
            <a:ext cx="444129" cy="423889"/>
          </a:xfrm>
          <a:prstGeom prst="rect">
            <a:avLst/>
          </a:prstGeom>
          <a:noFill/>
          <a:ln>
            <a:noFill/>
          </a:ln>
        </p:spPr>
      </p:pic>
      <p:sp>
        <p:nvSpPr>
          <p:cNvPr id="948" name="Google Shape;948;p63"/>
          <p:cNvSpPr txBox="1"/>
          <p:nvPr>
            <p:ph type="ctrTitle"/>
          </p:nvPr>
        </p:nvSpPr>
        <p:spPr>
          <a:xfrm>
            <a:off x="1580438" y="1882362"/>
            <a:ext cx="6254100" cy="1378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500">
                <a:latin typeface="Montserrat"/>
                <a:ea typeface="Montserrat"/>
                <a:cs typeface="Montserrat"/>
                <a:sym typeface="Montserrat"/>
              </a:rPr>
              <a:t>BỘ LẬP LỊCH TÙY CHỈNH VÀ THUẬT</a:t>
            </a:r>
            <a:endParaRPr b="1" sz="2500">
              <a:latin typeface="Montserrat"/>
              <a:ea typeface="Montserrat"/>
              <a:cs typeface="Montserrat"/>
              <a:sym typeface="Montserrat"/>
            </a:endParaRPr>
          </a:p>
          <a:p>
            <a:pPr indent="0" lvl="0" marL="0" rtl="0" algn="ctr">
              <a:lnSpc>
                <a:spcPct val="115000"/>
              </a:lnSpc>
              <a:spcBef>
                <a:spcPts val="0"/>
              </a:spcBef>
              <a:spcAft>
                <a:spcPts val="0"/>
              </a:spcAft>
              <a:buNone/>
            </a:pPr>
            <a:r>
              <a:rPr b="1" lang="en" sz="2500">
                <a:latin typeface="Montserrat"/>
                <a:ea typeface="Montserrat"/>
                <a:cs typeface="Montserrat"/>
                <a:sym typeface="Montserrat"/>
              </a:rPr>
              <a:t>TOÁN CẤP PHÁT TÀI NGUYÊN CHO</a:t>
            </a:r>
            <a:endParaRPr b="1" sz="2500">
              <a:latin typeface="Montserrat"/>
              <a:ea typeface="Montserrat"/>
              <a:cs typeface="Montserrat"/>
              <a:sym typeface="Montserrat"/>
            </a:endParaRPr>
          </a:p>
          <a:p>
            <a:pPr indent="0" lvl="0" marL="0" rtl="0" algn="ctr">
              <a:lnSpc>
                <a:spcPct val="115000"/>
              </a:lnSpc>
              <a:spcBef>
                <a:spcPts val="0"/>
              </a:spcBef>
              <a:spcAft>
                <a:spcPts val="0"/>
              </a:spcAft>
              <a:buNone/>
            </a:pPr>
            <a:r>
              <a:rPr b="1" lang="en" sz="2500">
                <a:solidFill>
                  <a:srgbClr val="4A86E8"/>
                </a:solidFill>
                <a:latin typeface="Montserrat"/>
                <a:ea typeface="Montserrat"/>
                <a:cs typeface="Montserrat"/>
                <a:sym typeface="Montserrat"/>
              </a:rPr>
              <a:t>    KUBERNETES</a:t>
            </a:r>
            <a:endParaRPr b="1" sz="2500">
              <a:solidFill>
                <a:srgbClr val="4A86E8"/>
              </a:solidFill>
              <a:latin typeface="Montserrat"/>
              <a:ea typeface="Montserrat"/>
              <a:cs typeface="Montserrat"/>
              <a:sym typeface="Montserrat"/>
            </a:endParaRPr>
          </a:p>
        </p:txBody>
      </p:sp>
      <p:pic>
        <p:nvPicPr>
          <p:cNvPr descr="Tập tin:Kubernetes logo without workmark.svg – Wikipedia tiếng Việt" id="949" name="Google Shape;949;p63"/>
          <p:cNvPicPr preferRelativeResize="0"/>
          <p:nvPr/>
        </p:nvPicPr>
        <p:blipFill>
          <a:blip r:embed="rId6">
            <a:alphaModFix/>
          </a:blip>
          <a:stretch>
            <a:fillRect/>
          </a:stretch>
        </p:blipFill>
        <p:spPr>
          <a:xfrm>
            <a:off x="3266850" y="2809335"/>
            <a:ext cx="334050" cy="3248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64"/>
          <p:cNvSpPr txBox="1"/>
          <p:nvPr>
            <p:ph type="title"/>
          </p:nvPr>
        </p:nvSpPr>
        <p:spPr>
          <a:xfrm>
            <a:off x="1051325" y="1121275"/>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4A86E8"/>
                </a:solidFill>
              </a:rPr>
              <a:t>I.</a:t>
            </a:r>
            <a:endParaRPr>
              <a:solidFill>
                <a:srgbClr val="4A86E8"/>
              </a:solidFill>
            </a:endParaRPr>
          </a:p>
        </p:txBody>
      </p:sp>
      <p:sp>
        <p:nvSpPr>
          <p:cNvPr id="955" name="Google Shape;955;p64"/>
          <p:cNvSpPr txBox="1"/>
          <p:nvPr>
            <p:ph idx="2" type="title"/>
          </p:nvPr>
        </p:nvSpPr>
        <p:spPr>
          <a:xfrm>
            <a:off x="5431200" y="1121275"/>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2CB53"/>
                </a:solidFill>
              </a:rPr>
              <a:t>II.</a:t>
            </a:r>
            <a:endParaRPr>
              <a:solidFill>
                <a:srgbClr val="F2CB53"/>
              </a:solidFill>
            </a:endParaRPr>
          </a:p>
        </p:txBody>
      </p:sp>
      <p:sp>
        <p:nvSpPr>
          <p:cNvPr id="956" name="Google Shape;956;p64"/>
          <p:cNvSpPr txBox="1"/>
          <p:nvPr>
            <p:ph idx="6" type="title"/>
          </p:nvPr>
        </p:nvSpPr>
        <p:spPr>
          <a:xfrm>
            <a:off x="1051325" y="3043400"/>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BC127"/>
                </a:solidFill>
              </a:rPr>
              <a:t>III.</a:t>
            </a:r>
            <a:endParaRPr>
              <a:solidFill>
                <a:srgbClr val="7BC127"/>
              </a:solidFill>
            </a:endParaRPr>
          </a:p>
        </p:txBody>
      </p:sp>
      <p:sp>
        <p:nvSpPr>
          <p:cNvPr id="957" name="Google Shape;957;p64"/>
          <p:cNvSpPr txBox="1"/>
          <p:nvPr>
            <p:ph idx="8" type="title"/>
          </p:nvPr>
        </p:nvSpPr>
        <p:spPr>
          <a:xfrm>
            <a:off x="5431200" y="3043400"/>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25D53"/>
                </a:solidFill>
              </a:rPr>
              <a:t>IV.</a:t>
            </a:r>
            <a:endParaRPr>
              <a:solidFill>
                <a:srgbClr val="F25D53"/>
              </a:solidFill>
            </a:endParaRPr>
          </a:p>
        </p:txBody>
      </p:sp>
      <p:sp>
        <p:nvSpPr>
          <p:cNvPr id="958" name="Google Shape;958;p64"/>
          <p:cNvSpPr txBox="1"/>
          <p:nvPr>
            <p:ph idx="15" type="title"/>
          </p:nvPr>
        </p:nvSpPr>
        <p:spPr>
          <a:xfrm>
            <a:off x="642125" y="304075"/>
            <a:ext cx="4530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Nội dung </a:t>
            </a:r>
            <a:r>
              <a:rPr lang="en">
                <a:latin typeface="Montserrat Black"/>
                <a:ea typeface="Montserrat Black"/>
                <a:cs typeface="Montserrat Black"/>
                <a:sym typeface="Montserrat Black"/>
              </a:rPr>
              <a:t>chính</a:t>
            </a:r>
            <a:endParaRPr>
              <a:latin typeface="Montserrat Black"/>
              <a:ea typeface="Montserrat Black"/>
              <a:cs typeface="Montserrat Black"/>
              <a:sym typeface="Montserrat Black"/>
            </a:endParaRPr>
          </a:p>
        </p:txBody>
      </p:sp>
      <p:sp>
        <p:nvSpPr>
          <p:cNvPr id="959" name="Google Shape;959;p64"/>
          <p:cNvSpPr txBox="1"/>
          <p:nvPr>
            <p:ph idx="16" type="subTitle"/>
          </p:nvPr>
        </p:nvSpPr>
        <p:spPr>
          <a:xfrm>
            <a:off x="1046225" y="1689588"/>
            <a:ext cx="2416500" cy="97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900">
                <a:latin typeface="Montserrat"/>
                <a:ea typeface="Montserrat"/>
                <a:cs typeface="Montserrat"/>
                <a:sym typeface="Montserrat"/>
              </a:rPr>
              <a:t>Giới thiệu</a:t>
            </a:r>
            <a:r>
              <a:rPr lang="en" sz="1900"/>
              <a:t> </a:t>
            </a:r>
            <a:r>
              <a:rPr b="1" lang="en" sz="1900">
                <a:solidFill>
                  <a:srgbClr val="4A86E8"/>
                </a:solidFill>
                <a:latin typeface="Montserrat"/>
                <a:ea typeface="Montserrat"/>
                <a:cs typeface="Montserrat"/>
                <a:sym typeface="Montserrat"/>
              </a:rPr>
              <a:t>Kubernetes</a:t>
            </a:r>
            <a:r>
              <a:rPr lang="en" sz="1900"/>
              <a:t> &amp; Nhu cầu lập lịch</a:t>
            </a:r>
            <a:endParaRPr sz="1900"/>
          </a:p>
        </p:txBody>
      </p:sp>
      <p:sp>
        <p:nvSpPr>
          <p:cNvPr id="960" name="Google Shape;960;p64"/>
          <p:cNvSpPr txBox="1"/>
          <p:nvPr>
            <p:ph idx="17" type="subTitle"/>
          </p:nvPr>
        </p:nvSpPr>
        <p:spPr>
          <a:xfrm>
            <a:off x="5412800" y="1664250"/>
            <a:ext cx="2779500" cy="69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Bộ lập lịch </a:t>
            </a:r>
            <a:r>
              <a:rPr b="1" lang="en" sz="1900">
                <a:latin typeface="Montserrat"/>
                <a:ea typeface="Montserrat"/>
                <a:cs typeface="Montserrat"/>
                <a:sym typeface="Montserrat"/>
              </a:rPr>
              <a:t>mặc định</a:t>
            </a:r>
            <a:r>
              <a:rPr lang="en" sz="1900"/>
              <a:t> (</a:t>
            </a:r>
            <a:r>
              <a:rPr b="1" lang="en" sz="1900">
                <a:solidFill>
                  <a:srgbClr val="EFC136"/>
                </a:solidFill>
                <a:latin typeface="Montserrat"/>
                <a:ea typeface="Montserrat"/>
                <a:cs typeface="Montserrat"/>
                <a:sym typeface="Montserrat"/>
              </a:rPr>
              <a:t>kube-scheduler</a:t>
            </a:r>
            <a:r>
              <a:rPr lang="en" sz="1900"/>
              <a:t>)</a:t>
            </a:r>
            <a:endParaRPr sz="1900"/>
          </a:p>
        </p:txBody>
      </p:sp>
      <p:sp>
        <p:nvSpPr>
          <p:cNvPr id="961" name="Google Shape;961;p64"/>
          <p:cNvSpPr txBox="1"/>
          <p:nvPr>
            <p:ph idx="19" type="subTitle"/>
          </p:nvPr>
        </p:nvSpPr>
        <p:spPr>
          <a:xfrm>
            <a:off x="1051325" y="3564750"/>
            <a:ext cx="2825700" cy="74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Bộ lập lịch </a:t>
            </a:r>
            <a:r>
              <a:rPr b="1" lang="en" sz="1900">
                <a:latin typeface="Montserrat"/>
                <a:ea typeface="Montserrat"/>
                <a:cs typeface="Montserrat"/>
                <a:sym typeface="Montserrat"/>
              </a:rPr>
              <a:t>tùy chỉnh</a:t>
            </a:r>
            <a:r>
              <a:rPr lang="en" sz="1900"/>
              <a:t> </a:t>
            </a:r>
            <a:endParaRPr sz="1900"/>
          </a:p>
          <a:p>
            <a:pPr indent="0" lvl="0" marL="0" rtl="0" algn="l">
              <a:spcBef>
                <a:spcPts val="0"/>
              </a:spcBef>
              <a:spcAft>
                <a:spcPts val="0"/>
              </a:spcAft>
              <a:buNone/>
            </a:pPr>
            <a:r>
              <a:rPr lang="en" sz="1900"/>
              <a:t>(</a:t>
            </a:r>
            <a:r>
              <a:rPr b="1" lang="en" sz="1900">
                <a:solidFill>
                  <a:srgbClr val="A6E15E"/>
                </a:solidFill>
                <a:latin typeface="Montserrat"/>
                <a:ea typeface="Montserrat"/>
                <a:cs typeface="Montserrat"/>
                <a:sym typeface="Montserrat"/>
              </a:rPr>
              <a:t>custom scheduler</a:t>
            </a:r>
            <a:r>
              <a:rPr lang="en" sz="1900"/>
              <a:t>)</a:t>
            </a:r>
            <a:endParaRPr sz="1900"/>
          </a:p>
        </p:txBody>
      </p:sp>
      <p:sp>
        <p:nvSpPr>
          <p:cNvPr id="962" name="Google Shape;962;p64"/>
          <p:cNvSpPr txBox="1"/>
          <p:nvPr>
            <p:ph idx="20" type="subTitle"/>
          </p:nvPr>
        </p:nvSpPr>
        <p:spPr>
          <a:xfrm>
            <a:off x="5423350" y="3564750"/>
            <a:ext cx="2416500" cy="69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900">
                <a:solidFill>
                  <a:srgbClr val="F25D53"/>
                </a:solidFill>
                <a:latin typeface="Montserrat"/>
                <a:ea typeface="Montserrat"/>
                <a:cs typeface="Montserrat"/>
                <a:sym typeface="Montserrat"/>
              </a:rPr>
              <a:t>Demo</a:t>
            </a:r>
            <a:r>
              <a:rPr lang="en" sz="1900"/>
              <a:t> custom scheduler</a:t>
            </a:r>
            <a:endParaRPr b="1" sz="1900">
              <a:latin typeface="Montserrat"/>
              <a:ea typeface="Montserrat"/>
              <a:cs typeface="Montserrat"/>
              <a:sym typeface="Montserrat"/>
            </a:endParaRPr>
          </a:p>
        </p:txBody>
      </p:sp>
      <p:cxnSp>
        <p:nvCxnSpPr>
          <p:cNvPr id="963" name="Google Shape;963;p64"/>
          <p:cNvCxnSpPr/>
          <p:nvPr/>
        </p:nvCxnSpPr>
        <p:spPr>
          <a:xfrm>
            <a:off x="1047750" y="1643025"/>
            <a:ext cx="2499900" cy="0"/>
          </a:xfrm>
          <a:prstGeom prst="straightConnector1">
            <a:avLst/>
          </a:prstGeom>
          <a:noFill/>
          <a:ln cap="flat" cmpd="sng" w="19050">
            <a:solidFill>
              <a:srgbClr val="7FC6ED"/>
            </a:solidFill>
            <a:prstDash val="solid"/>
            <a:round/>
            <a:headEnd len="med" w="med" type="none"/>
            <a:tailEnd len="med" w="med" type="none"/>
          </a:ln>
        </p:spPr>
      </p:cxnSp>
      <p:cxnSp>
        <p:nvCxnSpPr>
          <p:cNvPr id="964" name="Google Shape;964;p64"/>
          <p:cNvCxnSpPr/>
          <p:nvPr/>
        </p:nvCxnSpPr>
        <p:spPr>
          <a:xfrm>
            <a:off x="5429301" y="1643025"/>
            <a:ext cx="2499900" cy="0"/>
          </a:xfrm>
          <a:prstGeom prst="straightConnector1">
            <a:avLst/>
          </a:prstGeom>
          <a:noFill/>
          <a:ln cap="flat" cmpd="sng" w="19050">
            <a:solidFill>
              <a:srgbClr val="EFC136"/>
            </a:solidFill>
            <a:prstDash val="solid"/>
            <a:round/>
            <a:headEnd len="med" w="med" type="none"/>
            <a:tailEnd len="med" w="med" type="none"/>
          </a:ln>
        </p:spPr>
      </p:cxnSp>
      <p:cxnSp>
        <p:nvCxnSpPr>
          <p:cNvPr id="965" name="Google Shape;965;p64"/>
          <p:cNvCxnSpPr/>
          <p:nvPr/>
        </p:nvCxnSpPr>
        <p:spPr>
          <a:xfrm>
            <a:off x="1047750" y="3564750"/>
            <a:ext cx="2499900" cy="0"/>
          </a:xfrm>
          <a:prstGeom prst="straightConnector1">
            <a:avLst/>
          </a:prstGeom>
          <a:noFill/>
          <a:ln cap="flat" cmpd="sng" w="19050">
            <a:solidFill>
              <a:srgbClr val="A6E15E"/>
            </a:solidFill>
            <a:prstDash val="solid"/>
            <a:round/>
            <a:headEnd len="med" w="med" type="none"/>
            <a:tailEnd len="med" w="med" type="none"/>
          </a:ln>
        </p:spPr>
      </p:cxnSp>
      <p:cxnSp>
        <p:nvCxnSpPr>
          <p:cNvPr id="966" name="Google Shape;966;p64"/>
          <p:cNvCxnSpPr/>
          <p:nvPr/>
        </p:nvCxnSpPr>
        <p:spPr>
          <a:xfrm>
            <a:off x="5429301" y="3564750"/>
            <a:ext cx="2499900" cy="0"/>
          </a:xfrm>
          <a:prstGeom prst="straightConnector1">
            <a:avLst/>
          </a:prstGeom>
          <a:noFill/>
          <a:ln cap="flat" cmpd="sng" w="19050">
            <a:solidFill>
              <a:srgbClr val="F25D53"/>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65"/>
          <p:cNvSpPr txBox="1"/>
          <p:nvPr>
            <p:ph type="title"/>
          </p:nvPr>
        </p:nvSpPr>
        <p:spPr>
          <a:xfrm>
            <a:off x="720000" y="1583413"/>
            <a:ext cx="7704000" cy="174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Giới thiệu </a:t>
            </a:r>
            <a:r>
              <a:rPr b="1" lang="en">
                <a:solidFill>
                  <a:srgbClr val="4A86E8"/>
                </a:solidFill>
                <a:latin typeface="Montserrat"/>
                <a:ea typeface="Montserrat"/>
                <a:cs typeface="Montserrat"/>
                <a:sym typeface="Montserrat"/>
              </a:rPr>
              <a:t>Kubernetes</a:t>
            </a:r>
            <a:r>
              <a:rPr lang="en"/>
              <a:t> </a:t>
            </a:r>
            <a:endParaRPr/>
          </a:p>
          <a:p>
            <a:pPr indent="0" lvl="0" marL="0" rtl="0" algn="ctr">
              <a:spcBef>
                <a:spcPts val="0"/>
              </a:spcBef>
              <a:spcAft>
                <a:spcPts val="0"/>
              </a:spcAft>
              <a:buNone/>
            </a:pPr>
            <a:r>
              <a:rPr lang="en"/>
              <a:t>&amp; Nhu cầu lập lịch</a:t>
            </a:r>
            <a:endParaRPr b="1">
              <a:latin typeface="Montserrat"/>
              <a:ea typeface="Montserrat"/>
              <a:cs typeface="Montserrat"/>
              <a:sym typeface="Montserrat"/>
            </a:endParaRPr>
          </a:p>
        </p:txBody>
      </p:sp>
      <p:sp>
        <p:nvSpPr>
          <p:cNvPr id="972" name="Google Shape;972;p65"/>
          <p:cNvSpPr txBox="1"/>
          <p:nvPr>
            <p:ph idx="2" type="title"/>
          </p:nvPr>
        </p:nvSpPr>
        <p:spPr>
          <a:xfrm>
            <a:off x="2996550" y="849113"/>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I.</a:t>
            </a:r>
            <a:endParaRPr>
              <a:solidFill>
                <a:schemeClr val="dk2"/>
              </a:solidFill>
            </a:endParaRPr>
          </a:p>
        </p:txBody>
      </p:sp>
      <p:grpSp>
        <p:nvGrpSpPr>
          <p:cNvPr id="973" name="Google Shape;973;p65"/>
          <p:cNvGrpSpPr/>
          <p:nvPr/>
        </p:nvGrpSpPr>
        <p:grpSpPr>
          <a:xfrm rot="-5400000">
            <a:off x="4327887" y="735905"/>
            <a:ext cx="488225" cy="5350538"/>
            <a:chOff x="6083600" y="3072400"/>
            <a:chExt cx="125125" cy="1371300"/>
          </a:xfrm>
        </p:grpSpPr>
        <p:sp>
          <p:nvSpPr>
            <p:cNvPr id="974" name="Google Shape;974;p65"/>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5"/>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5"/>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5"/>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5"/>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5"/>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Tập tin:Kubernetes logo without workmark.svg – Wikipedia tiếng Việt" id="980" name="Google Shape;980;p65"/>
          <p:cNvPicPr preferRelativeResize="0"/>
          <p:nvPr/>
        </p:nvPicPr>
        <p:blipFill>
          <a:blip r:embed="rId3">
            <a:alphaModFix/>
          </a:blip>
          <a:stretch>
            <a:fillRect/>
          </a:stretch>
        </p:blipFill>
        <p:spPr>
          <a:xfrm>
            <a:off x="4272600" y="3811487"/>
            <a:ext cx="598800" cy="58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6"/>
          <p:cNvSpPr txBox="1"/>
          <p:nvPr>
            <p:ph type="title"/>
          </p:nvPr>
        </p:nvSpPr>
        <p:spPr>
          <a:xfrm>
            <a:off x="764125" y="607025"/>
            <a:ext cx="4872600" cy="65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Kiến trúc </a:t>
            </a:r>
            <a:r>
              <a:rPr b="1" lang="en">
                <a:latin typeface="Montserrat"/>
                <a:ea typeface="Montserrat"/>
                <a:cs typeface="Montserrat"/>
                <a:sym typeface="Montserrat"/>
              </a:rPr>
              <a:t>Monolithic</a:t>
            </a:r>
            <a:endParaRPr>
              <a:latin typeface="Montserrat Black"/>
              <a:ea typeface="Montserrat Black"/>
              <a:cs typeface="Montserrat Black"/>
              <a:sym typeface="Montserrat Black"/>
            </a:endParaRPr>
          </a:p>
        </p:txBody>
      </p:sp>
      <p:sp>
        <p:nvSpPr>
          <p:cNvPr id="986" name="Google Shape;986;p66"/>
          <p:cNvSpPr txBox="1"/>
          <p:nvPr>
            <p:ph idx="1" type="subTitle"/>
          </p:nvPr>
        </p:nvSpPr>
        <p:spPr>
          <a:xfrm>
            <a:off x="493650" y="1628975"/>
            <a:ext cx="3776100" cy="26115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Open Sans"/>
              <a:buChar char="●"/>
            </a:pPr>
            <a:r>
              <a:rPr lang="en" sz="1500">
                <a:latin typeface="Montserrat"/>
                <a:ea typeface="Montserrat"/>
                <a:cs typeface="Montserrat"/>
                <a:sym typeface="Montserrat"/>
              </a:rPr>
              <a:t>Các thành phần bên trong </a:t>
            </a:r>
            <a:r>
              <a:rPr b="1" lang="en" sz="1500">
                <a:latin typeface="Montserrat"/>
                <a:ea typeface="Montserrat"/>
                <a:cs typeface="Montserrat"/>
                <a:sym typeface="Montserrat"/>
              </a:rPr>
              <a:t>hợp nhất</a:t>
            </a:r>
            <a:r>
              <a:rPr lang="en" sz="1500">
                <a:latin typeface="Montserrat"/>
                <a:ea typeface="Montserrat"/>
                <a:cs typeface="Montserrat"/>
                <a:sym typeface="Montserrat"/>
              </a:rPr>
              <a:t> thành một </a:t>
            </a:r>
            <a:r>
              <a:rPr b="1" lang="en" sz="1500">
                <a:latin typeface="Montserrat"/>
                <a:ea typeface="Montserrat"/>
                <a:cs typeface="Montserrat"/>
                <a:sym typeface="Montserrat"/>
              </a:rPr>
              <a:t>hệ thống duy nhất</a:t>
            </a:r>
            <a:r>
              <a:rPr lang="en" sz="1500">
                <a:latin typeface="Montserrat"/>
                <a:ea typeface="Montserrat"/>
                <a:cs typeface="Montserrat"/>
                <a:sym typeface="Montserrat"/>
              </a:rPr>
              <a:t>, có liên kết </a:t>
            </a:r>
            <a:r>
              <a:rPr b="1" lang="en" sz="1500">
                <a:latin typeface="Montserrat"/>
                <a:ea typeface="Montserrat"/>
                <a:cs typeface="Montserrat"/>
                <a:sym typeface="Montserrat"/>
              </a:rPr>
              <a:t>phụ thuộc chặt chẽ.</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solidFill>
                  <a:srgbClr val="7BC127"/>
                </a:solidFill>
                <a:latin typeface="Montserrat"/>
                <a:ea typeface="Montserrat"/>
                <a:cs typeface="Montserrat"/>
                <a:sym typeface="Montserrat"/>
              </a:rPr>
              <a:t>Ưu điểm: </a:t>
            </a:r>
            <a:r>
              <a:rPr b="1" lang="en" sz="1500">
                <a:latin typeface="Montserrat"/>
                <a:ea typeface="Montserrat"/>
                <a:cs typeface="Montserrat"/>
                <a:sym typeface="Montserrat"/>
              </a:rPr>
              <a:t>Đơn giản</a:t>
            </a:r>
            <a:endParaRPr b="1"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Char char="●"/>
            </a:pPr>
            <a:r>
              <a:rPr b="1" lang="en" sz="1500">
                <a:solidFill>
                  <a:srgbClr val="F25D53"/>
                </a:solidFill>
                <a:latin typeface="Montserrat"/>
                <a:ea typeface="Montserrat"/>
                <a:cs typeface="Montserrat"/>
                <a:sym typeface="Montserrat"/>
              </a:rPr>
              <a:t>Nhược điểm:</a:t>
            </a:r>
            <a:r>
              <a:rPr b="1" lang="en" sz="1500">
                <a:latin typeface="Montserrat"/>
                <a:ea typeface="Montserrat"/>
                <a:cs typeface="Montserrat"/>
                <a:sym typeface="Montserrat"/>
              </a:rPr>
              <a:t> khó mở rộng, phát triển</a:t>
            </a:r>
            <a:endParaRPr b="1" sz="1500">
              <a:latin typeface="Montserrat"/>
              <a:ea typeface="Montserrat"/>
              <a:cs typeface="Montserrat"/>
              <a:sym typeface="Montserrat"/>
            </a:endParaRPr>
          </a:p>
        </p:txBody>
      </p:sp>
      <p:pic>
        <p:nvPicPr>
          <p:cNvPr id="987" name="Google Shape;987;p66"/>
          <p:cNvPicPr preferRelativeResize="0"/>
          <p:nvPr/>
        </p:nvPicPr>
        <p:blipFill rotWithShape="1">
          <a:blip r:embed="rId3">
            <a:alphaModFix/>
          </a:blip>
          <a:srcRect b="3348" l="6010" r="5603" t="3385"/>
          <a:stretch/>
        </p:blipFill>
        <p:spPr>
          <a:xfrm>
            <a:off x="4473300" y="1320800"/>
            <a:ext cx="3909400" cy="3227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6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Kiến trúc </a:t>
            </a:r>
            <a:r>
              <a:rPr b="1" lang="en">
                <a:latin typeface="Montserrat"/>
                <a:ea typeface="Montserrat"/>
                <a:cs typeface="Montserrat"/>
                <a:sym typeface="Montserrat"/>
              </a:rPr>
              <a:t>Microservices</a:t>
            </a:r>
            <a:endParaRPr>
              <a:latin typeface="Montserrat Black"/>
              <a:ea typeface="Montserrat Black"/>
              <a:cs typeface="Montserrat Black"/>
              <a:sym typeface="Montserrat Black"/>
            </a:endParaRPr>
          </a:p>
        </p:txBody>
      </p:sp>
      <p:grpSp>
        <p:nvGrpSpPr>
          <p:cNvPr id="993" name="Google Shape;993;p67"/>
          <p:cNvGrpSpPr/>
          <p:nvPr/>
        </p:nvGrpSpPr>
        <p:grpSpPr>
          <a:xfrm>
            <a:off x="8262775" y="367788"/>
            <a:ext cx="332250" cy="334425"/>
            <a:chOff x="4618500" y="3002875"/>
            <a:chExt cx="332250" cy="334425"/>
          </a:xfrm>
        </p:grpSpPr>
        <p:sp>
          <p:nvSpPr>
            <p:cNvPr id="994" name="Google Shape;994;p67"/>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7"/>
            <p:cNvSpPr/>
            <p:nvPr/>
          </p:nvSpPr>
          <p:spPr>
            <a:xfrm>
              <a:off x="4786525" y="3002875"/>
              <a:ext cx="25" cy="142700"/>
            </a:xfrm>
            <a:custGeom>
              <a:rect b="b" l="l" r="r" t="t"/>
              <a:pathLst>
                <a:path extrusionOk="0" fill="none" h="5708" w="1">
                  <a:moveTo>
                    <a:pt x="0" y="1"/>
                  </a:moveTo>
                  <a:lnTo>
                    <a:pt x="0" y="5707"/>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7"/>
            <p:cNvSpPr/>
            <p:nvPr/>
          </p:nvSpPr>
          <p:spPr>
            <a:xfrm>
              <a:off x="4786525" y="3192875"/>
              <a:ext cx="25" cy="144425"/>
            </a:xfrm>
            <a:custGeom>
              <a:rect b="b" l="l" r="r" t="t"/>
              <a:pathLst>
                <a:path extrusionOk="0" fill="none" h="5777" w="1">
                  <a:moveTo>
                    <a:pt x="0" y="1"/>
                  </a:moveTo>
                  <a:lnTo>
                    <a:pt x="0" y="5776"/>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7"/>
            <p:cNvSpPr/>
            <p:nvPr/>
          </p:nvSpPr>
          <p:spPr>
            <a:xfrm>
              <a:off x="4618500" y="3171375"/>
              <a:ext cx="149575" cy="25"/>
            </a:xfrm>
            <a:custGeom>
              <a:rect b="b" l="l" r="r" t="t"/>
              <a:pathLst>
                <a:path extrusionOk="0" fill="none" h="1" w="5983">
                  <a:moveTo>
                    <a:pt x="0" y="0"/>
                  </a:moveTo>
                  <a:lnTo>
                    <a:pt x="5983" y="0"/>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7"/>
            <p:cNvSpPr/>
            <p:nvPr/>
          </p:nvSpPr>
          <p:spPr>
            <a:xfrm>
              <a:off x="4814275" y="3171375"/>
              <a:ext cx="136475" cy="25"/>
            </a:xfrm>
            <a:custGeom>
              <a:rect b="b" l="l" r="r" t="t"/>
              <a:pathLst>
                <a:path extrusionOk="0" fill="none" h="1" w="5459">
                  <a:moveTo>
                    <a:pt x="0" y="0"/>
                  </a:moveTo>
                  <a:lnTo>
                    <a:pt x="5459" y="0"/>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99" name="Google Shape;999;p67"/>
          <p:cNvPicPr preferRelativeResize="0"/>
          <p:nvPr/>
        </p:nvPicPr>
        <p:blipFill>
          <a:blip r:embed="rId3">
            <a:alphaModFix/>
          </a:blip>
          <a:stretch>
            <a:fillRect/>
          </a:stretch>
        </p:blipFill>
        <p:spPr>
          <a:xfrm>
            <a:off x="4200075" y="1161925"/>
            <a:ext cx="4629900" cy="2930133"/>
          </a:xfrm>
          <a:prstGeom prst="rect">
            <a:avLst/>
          </a:prstGeom>
          <a:noFill/>
          <a:ln>
            <a:noFill/>
          </a:ln>
        </p:spPr>
      </p:pic>
      <p:sp>
        <p:nvSpPr>
          <p:cNvPr id="1000" name="Google Shape;1000;p67"/>
          <p:cNvSpPr txBox="1"/>
          <p:nvPr>
            <p:ph idx="4294967295" type="subTitle"/>
          </p:nvPr>
        </p:nvSpPr>
        <p:spPr>
          <a:xfrm>
            <a:off x="521025" y="1503850"/>
            <a:ext cx="3998700" cy="23346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C</a:t>
            </a:r>
            <a:r>
              <a:rPr lang="en" sz="1500">
                <a:latin typeface="Montserrat"/>
                <a:ea typeface="Montserrat"/>
                <a:cs typeface="Montserrat"/>
                <a:sym typeface="Montserrat"/>
              </a:rPr>
              <a:t>ác thành phần </a:t>
            </a:r>
            <a:r>
              <a:rPr lang="en" sz="1500">
                <a:latin typeface="Montserrat"/>
                <a:ea typeface="Montserrat"/>
                <a:cs typeface="Montserrat"/>
                <a:sym typeface="Montserrat"/>
              </a:rPr>
              <a:t>của hệ thống được </a:t>
            </a:r>
            <a:r>
              <a:rPr b="1" lang="en" sz="1500">
                <a:latin typeface="Montserrat"/>
                <a:ea typeface="Montserrat"/>
                <a:cs typeface="Montserrat"/>
                <a:sym typeface="Montserrat"/>
              </a:rPr>
              <a:t>chia nhỏ</a:t>
            </a:r>
            <a:r>
              <a:rPr lang="en" sz="1500">
                <a:latin typeface="Montserrat"/>
                <a:ea typeface="Montserrat"/>
                <a:cs typeface="Montserrat"/>
                <a:sym typeface="Montserrat"/>
              </a:rPr>
              <a:t> thành các phần </a:t>
            </a:r>
            <a:r>
              <a:rPr b="1" lang="en" sz="1500">
                <a:latin typeface="Montserrat"/>
                <a:ea typeface="Montserrat"/>
                <a:cs typeface="Montserrat"/>
                <a:sym typeface="Montserrat"/>
              </a:rPr>
              <a:t>độc lập</a:t>
            </a:r>
            <a:r>
              <a:rPr lang="en" sz="1500">
                <a:latin typeface="Montserrat"/>
                <a:ea typeface="Montserrat"/>
                <a:cs typeface="Montserrat"/>
                <a:sym typeface="Montserrat"/>
              </a:rPr>
              <a:t>.</a:t>
            </a:r>
            <a:endParaRPr b="1" sz="1500">
              <a:latin typeface="Montserrat"/>
              <a:ea typeface="Montserrat"/>
              <a:cs typeface="Montserrat"/>
              <a:sym typeface="Montserrat"/>
            </a:endParaRPr>
          </a:p>
          <a:p>
            <a:pPr indent="-323850" lvl="0" marL="457200" rtl="0" algn="l">
              <a:lnSpc>
                <a:spcPct val="150000"/>
              </a:lnSpc>
              <a:spcBef>
                <a:spcPts val="1000"/>
              </a:spcBef>
              <a:spcAft>
                <a:spcPts val="1600"/>
              </a:spcAft>
              <a:buSzPts val="1500"/>
              <a:buFont typeface="Montserrat"/>
              <a:buChar char="●"/>
            </a:pPr>
            <a:r>
              <a:rPr b="1" lang="en" sz="1500">
                <a:solidFill>
                  <a:srgbClr val="7BC127"/>
                </a:solidFill>
                <a:latin typeface="Montserrat"/>
                <a:ea typeface="Montserrat"/>
                <a:cs typeface="Montserrat"/>
                <a:sym typeface="Montserrat"/>
              </a:rPr>
              <a:t>Ưu điểm: </a:t>
            </a:r>
            <a:r>
              <a:rPr lang="en" sz="1500">
                <a:latin typeface="Montserrat"/>
                <a:ea typeface="Montserrat"/>
                <a:cs typeface="Montserrat"/>
                <a:sym typeface="Montserrat"/>
              </a:rPr>
              <a:t>phát triển, deploy, cập nhật và mở rộng các thành phần </a:t>
            </a:r>
            <a:r>
              <a:rPr b="1" lang="en" sz="1500">
                <a:latin typeface="Montserrat"/>
                <a:ea typeface="Montserrat"/>
                <a:cs typeface="Montserrat"/>
                <a:sym typeface="Montserrat"/>
              </a:rPr>
              <a:t>hoàn toàn độc lập</a:t>
            </a:r>
            <a:r>
              <a:rPr lang="en" sz="1500">
                <a:latin typeface="Montserrat"/>
                <a:ea typeface="Montserrat"/>
                <a:cs typeface="Montserrat"/>
                <a:sym typeface="Montserrat"/>
              </a:rPr>
              <a:t> với nhau.</a:t>
            </a:r>
            <a:endParaRPr sz="1500">
              <a:latin typeface="Montserrat"/>
              <a:ea typeface="Montserrat"/>
              <a:cs typeface="Montserrat"/>
              <a:sym typeface="Montserrat"/>
            </a:endParaRPr>
          </a:p>
        </p:txBody>
      </p:sp>
      <p:cxnSp>
        <p:nvCxnSpPr>
          <p:cNvPr id="1001" name="Google Shape;1001;p67"/>
          <p:cNvCxnSpPr/>
          <p:nvPr/>
        </p:nvCxnSpPr>
        <p:spPr>
          <a:xfrm>
            <a:off x="840675" y="1079825"/>
            <a:ext cx="3359400" cy="0"/>
          </a:xfrm>
          <a:prstGeom prst="straightConnector1">
            <a:avLst/>
          </a:prstGeom>
          <a:noFill/>
          <a:ln cap="flat" cmpd="sng" w="19050">
            <a:solidFill>
              <a:srgbClr val="4A86E8"/>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68"/>
          <p:cNvSpPr txBox="1"/>
          <p:nvPr>
            <p:ph type="title"/>
          </p:nvPr>
        </p:nvSpPr>
        <p:spPr>
          <a:xfrm>
            <a:off x="338800" y="28765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Thách thức</a:t>
            </a:r>
            <a:r>
              <a:rPr lang="en"/>
              <a:t> </a:t>
            </a:r>
            <a:r>
              <a:rPr b="1" lang="en">
                <a:latin typeface="Montserrat"/>
                <a:ea typeface="Montserrat"/>
                <a:cs typeface="Montserrat"/>
                <a:sym typeface="Montserrat"/>
              </a:rPr>
              <a:t>Microservices</a:t>
            </a:r>
            <a:endParaRPr>
              <a:latin typeface="Montserrat Black"/>
              <a:ea typeface="Montserrat Black"/>
              <a:cs typeface="Montserrat Black"/>
              <a:sym typeface="Montserrat Black"/>
            </a:endParaRPr>
          </a:p>
        </p:txBody>
      </p:sp>
      <p:sp>
        <p:nvSpPr>
          <p:cNvPr id="1007" name="Google Shape;1007;p68"/>
          <p:cNvSpPr txBox="1"/>
          <p:nvPr>
            <p:ph idx="1" type="subTitle"/>
          </p:nvPr>
        </p:nvSpPr>
        <p:spPr>
          <a:xfrm>
            <a:off x="338800" y="1137025"/>
            <a:ext cx="3998700" cy="36279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Khó khăn trong </a:t>
            </a:r>
            <a:r>
              <a:rPr b="1" lang="en" sz="1500">
                <a:latin typeface="Montserrat"/>
                <a:ea typeface="Montserrat"/>
                <a:cs typeface="Montserrat"/>
                <a:sym typeface="Montserrat"/>
              </a:rPr>
              <a:t>triển khai:</a:t>
            </a:r>
            <a:r>
              <a:rPr lang="en" sz="1500">
                <a:latin typeface="Montserrat"/>
                <a:ea typeface="Montserrat"/>
                <a:cs typeface="Montserrat"/>
                <a:sym typeface="Montserrat"/>
              </a:rPr>
              <a:t> </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giao tiếp giữa các thành phần </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luồng hoạt động</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vị trí phần cứng triển khai</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Môi trường phát triển và triển khai </a:t>
            </a:r>
            <a:r>
              <a:rPr b="1" lang="en" sz="1500">
                <a:latin typeface="Montserrat"/>
                <a:ea typeface="Montserrat"/>
                <a:cs typeface="Montserrat"/>
                <a:sym typeface="Montserrat"/>
              </a:rPr>
              <a:t>khác nhau</a:t>
            </a:r>
            <a:r>
              <a:rPr lang="en" sz="1500">
                <a:latin typeface="Montserrat"/>
                <a:ea typeface="Montserrat"/>
                <a:cs typeface="Montserrat"/>
                <a:sym typeface="Montserrat"/>
              </a:rPr>
              <a:t>, dễ gây </a:t>
            </a:r>
            <a:r>
              <a:rPr b="1" lang="en" sz="1500">
                <a:latin typeface="Montserrat"/>
                <a:ea typeface="Montserrat"/>
                <a:cs typeface="Montserrat"/>
                <a:sym typeface="Montserrat"/>
              </a:rPr>
              <a:t>lỗi</a:t>
            </a:r>
            <a:r>
              <a:rPr lang="en" sz="1500">
                <a:latin typeface="Montserrat"/>
                <a:ea typeface="Montserrat"/>
                <a:cs typeface="Montserrat"/>
                <a:sym typeface="Montserrat"/>
              </a:rPr>
              <a:t> do </a:t>
            </a:r>
            <a:r>
              <a:rPr b="1" lang="en" sz="1500">
                <a:latin typeface="Montserrat"/>
                <a:ea typeface="Montserrat"/>
                <a:cs typeface="Montserrat"/>
                <a:sym typeface="Montserrat"/>
              </a:rPr>
              <a:t>không đồng bộ</a:t>
            </a:r>
            <a:r>
              <a:rPr lang="en" sz="1500">
                <a:latin typeface="Montserrat"/>
                <a:ea typeface="Montserrat"/>
                <a:cs typeface="Montserrat"/>
                <a:sym typeface="Montserrat"/>
              </a:rPr>
              <a:t>. </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Nếu sử dụng máy ảo để đảm bảo môi trường thì </a:t>
            </a:r>
            <a:r>
              <a:rPr b="1" lang="en" sz="1500">
                <a:latin typeface="Montserrat"/>
                <a:ea typeface="Montserrat"/>
                <a:cs typeface="Montserrat"/>
                <a:sym typeface="Montserrat"/>
              </a:rPr>
              <a:t>yêu cầu tài nguyên lớn</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Yêu cầu về một </a:t>
            </a:r>
            <a:r>
              <a:rPr b="1" lang="en" sz="1500">
                <a:solidFill>
                  <a:srgbClr val="F25D53"/>
                </a:solidFill>
                <a:latin typeface="Montserrat"/>
                <a:ea typeface="Montserrat"/>
                <a:cs typeface="Montserrat"/>
                <a:sym typeface="Montserrat"/>
              </a:rPr>
              <a:t>hệ thống giám sát thường xuyên.</a:t>
            </a:r>
            <a:endParaRPr b="1" sz="1500">
              <a:solidFill>
                <a:srgbClr val="F25D53"/>
              </a:solidFill>
              <a:latin typeface="Montserrat"/>
              <a:ea typeface="Montserrat"/>
              <a:cs typeface="Montserrat"/>
              <a:sym typeface="Montserrat"/>
            </a:endParaRPr>
          </a:p>
        </p:txBody>
      </p:sp>
      <p:pic>
        <p:nvPicPr>
          <p:cNvPr id="1008" name="Google Shape;1008;p68"/>
          <p:cNvPicPr preferRelativeResize="0"/>
          <p:nvPr/>
        </p:nvPicPr>
        <p:blipFill>
          <a:blip r:embed="rId3">
            <a:alphaModFix/>
          </a:blip>
          <a:stretch>
            <a:fillRect/>
          </a:stretch>
        </p:blipFill>
        <p:spPr>
          <a:xfrm>
            <a:off x="4370650" y="1137025"/>
            <a:ext cx="4336479" cy="3627901"/>
          </a:xfrm>
          <a:prstGeom prst="rect">
            <a:avLst/>
          </a:prstGeom>
          <a:noFill/>
          <a:ln>
            <a:noFill/>
          </a:ln>
        </p:spPr>
      </p:pic>
      <p:cxnSp>
        <p:nvCxnSpPr>
          <p:cNvPr id="1009" name="Google Shape;1009;p68"/>
          <p:cNvCxnSpPr/>
          <p:nvPr/>
        </p:nvCxnSpPr>
        <p:spPr>
          <a:xfrm>
            <a:off x="501075" y="897600"/>
            <a:ext cx="3359400" cy="0"/>
          </a:xfrm>
          <a:prstGeom prst="straightConnector1">
            <a:avLst/>
          </a:prstGeom>
          <a:noFill/>
          <a:ln cap="flat" cmpd="sng" w="19050">
            <a:solidFill>
              <a:srgbClr val="FCA8A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9"/>
          <p:cNvSpPr txBox="1"/>
          <p:nvPr>
            <p:ph type="title"/>
          </p:nvPr>
        </p:nvSpPr>
        <p:spPr>
          <a:xfrm>
            <a:off x="338850" y="146850"/>
            <a:ext cx="8466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Docker</a:t>
            </a:r>
            <a:r>
              <a:rPr lang="en"/>
              <a:t> </a:t>
            </a:r>
            <a:r>
              <a:rPr b="1" lang="en">
                <a:latin typeface="Montserrat"/>
                <a:ea typeface="Montserrat"/>
                <a:cs typeface="Montserrat"/>
                <a:sym typeface="Montserrat"/>
              </a:rPr>
              <a:t>Container</a:t>
            </a:r>
            <a:endParaRPr>
              <a:latin typeface="Montserrat Black"/>
              <a:ea typeface="Montserrat Black"/>
              <a:cs typeface="Montserrat Black"/>
              <a:sym typeface="Montserrat Black"/>
            </a:endParaRPr>
          </a:p>
        </p:txBody>
      </p:sp>
      <p:sp>
        <p:nvSpPr>
          <p:cNvPr id="1015" name="Google Shape;1015;p69"/>
          <p:cNvSpPr txBox="1"/>
          <p:nvPr/>
        </p:nvSpPr>
        <p:spPr>
          <a:xfrm>
            <a:off x="533538" y="1346438"/>
            <a:ext cx="4084500" cy="1681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273446"/>
              </a:buClr>
              <a:buSzPts val="1500"/>
              <a:buFont typeface="Montserrat"/>
              <a:buChar char="●"/>
            </a:pPr>
            <a:r>
              <a:rPr b="1" lang="en" sz="1500">
                <a:solidFill>
                  <a:srgbClr val="273446"/>
                </a:solidFill>
                <a:latin typeface="Montserrat"/>
                <a:ea typeface="Montserrat"/>
                <a:cs typeface="Montserrat"/>
                <a:sym typeface="Montserrat"/>
              </a:rPr>
              <a:t>Đóng gói</a:t>
            </a:r>
            <a:r>
              <a:rPr lang="en" sz="1500">
                <a:solidFill>
                  <a:srgbClr val="273446"/>
                </a:solidFill>
                <a:latin typeface="Montserrat"/>
                <a:ea typeface="Montserrat"/>
                <a:cs typeface="Montserrat"/>
                <a:sym typeface="Montserrat"/>
              </a:rPr>
              <a:t> ứng dụng cùng tất cả phụ thuộc vào một đơn vị </a:t>
            </a:r>
            <a:r>
              <a:rPr b="1" lang="en" sz="1500">
                <a:solidFill>
                  <a:srgbClr val="273446"/>
                </a:solidFill>
                <a:latin typeface="Montserrat"/>
                <a:ea typeface="Montserrat"/>
                <a:cs typeface="Montserrat"/>
                <a:sym typeface="Montserrat"/>
              </a:rPr>
              <a:t>độc lập</a:t>
            </a:r>
            <a:endParaRPr b="1" sz="1500">
              <a:solidFill>
                <a:srgbClr val="273446"/>
              </a:solidFill>
              <a:latin typeface="Montserrat"/>
              <a:ea typeface="Montserrat"/>
              <a:cs typeface="Montserrat"/>
              <a:sym typeface="Montserrat"/>
            </a:endParaRPr>
          </a:p>
          <a:p>
            <a:pPr indent="-323850" lvl="0" marL="457200" rtl="0" algn="l">
              <a:lnSpc>
                <a:spcPct val="150000"/>
              </a:lnSpc>
              <a:spcBef>
                <a:spcPts val="1000"/>
              </a:spcBef>
              <a:spcAft>
                <a:spcPts val="1000"/>
              </a:spcAft>
              <a:buClr>
                <a:srgbClr val="273446"/>
              </a:buClr>
              <a:buSzPts val="1500"/>
              <a:buFont typeface="Montserrat"/>
              <a:buChar char="●"/>
            </a:pPr>
            <a:r>
              <a:rPr lang="en" sz="1500">
                <a:solidFill>
                  <a:srgbClr val="273446"/>
                </a:solidFill>
                <a:latin typeface="Montserrat"/>
                <a:ea typeface="Montserrat"/>
                <a:cs typeface="Montserrat"/>
                <a:sym typeface="Montserrat"/>
              </a:rPr>
              <a:t>Triết lý </a:t>
            </a:r>
            <a:r>
              <a:rPr b="1" lang="en" sz="1500">
                <a:solidFill>
                  <a:srgbClr val="273446"/>
                </a:solidFill>
                <a:latin typeface="Montserrat"/>
                <a:ea typeface="Montserrat"/>
                <a:cs typeface="Montserrat"/>
                <a:sym typeface="Montserrat"/>
              </a:rPr>
              <a:t>"Build once, run anywhere"</a:t>
            </a:r>
            <a:endParaRPr b="1" sz="1500">
              <a:solidFill>
                <a:srgbClr val="273446"/>
              </a:solidFill>
              <a:latin typeface="Montserrat"/>
              <a:ea typeface="Montserrat"/>
              <a:cs typeface="Montserrat"/>
              <a:sym typeface="Montserrat"/>
            </a:endParaRPr>
          </a:p>
        </p:txBody>
      </p:sp>
      <p:pic>
        <p:nvPicPr>
          <p:cNvPr id="1016" name="Google Shape;1016;p69"/>
          <p:cNvPicPr preferRelativeResize="0"/>
          <p:nvPr/>
        </p:nvPicPr>
        <p:blipFill>
          <a:blip r:embed="rId3">
            <a:alphaModFix/>
          </a:blip>
          <a:stretch>
            <a:fillRect/>
          </a:stretch>
        </p:blipFill>
        <p:spPr>
          <a:xfrm>
            <a:off x="1699867" y="2958850"/>
            <a:ext cx="5661457" cy="1889250"/>
          </a:xfrm>
          <a:prstGeom prst="rect">
            <a:avLst/>
          </a:prstGeom>
          <a:noFill/>
          <a:ln>
            <a:noFill/>
          </a:ln>
        </p:spPr>
      </p:pic>
      <p:sp>
        <p:nvSpPr>
          <p:cNvPr id="1017" name="Google Shape;1017;p69"/>
          <p:cNvSpPr txBox="1"/>
          <p:nvPr/>
        </p:nvSpPr>
        <p:spPr>
          <a:xfrm>
            <a:off x="4660374" y="1346438"/>
            <a:ext cx="3950100" cy="985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273446"/>
              </a:buClr>
              <a:buSzPts val="1500"/>
              <a:buFont typeface="Montserrat"/>
              <a:buChar char="●"/>
            </a:pPr>
            <a:r>
              <a:rPr b="1" lang="en" sz="1500">
                <a:solidFill>
                  <a:srgbClr val="273446"/>
                </a:solidFill>
                <a:latin typeface="Montserrat"/>
                <a:ea typeface="Montserrat"/>
                <a:cs typeface="Montserrat"/>
                <a:sym typeface="Montserrat"/>
              </a:rPr>
              <a:t>Cô lập</a:t>
            </a:r>
            <a:r>
              <a:rPr lang="en" sz="1500">
                <a:solidFill>
                  <a:srgbClr val="273446"/>
                </a:solidFill>
                <a:latin typeface="Montserrat"/>
                <a:ea typeface="Montserrat"/>
                <a:cs typeface="Montserrat"/>
                <a:sym typeface="Montserrat"/>
              </a:rPr>
              <a:t> ứng dụng khỏi sự khác biệt của </a:t>
            </a:r>
            <a:r>
              <a:rPr b="1" lang="en" sz="1500">
                <a:solidFill>
                  <a:srgbClr val="273446"/>
                </a:solidFill>
                <a:latin typeface="Montserrat"/>
                <a:ea typeface="Montserrat"/>
                <a:cs typeface="Montserrat"/>
                <a:sym typeface="Montserrat"/>
              </a:rPr>
              <a:t>môi trường</a:t>
            </a:r>
            <a:r>
              <a:rPr lang="en" sz="1500">
                <a:solidFill>
                  <a:srgbClr val="273446"/>
                </a:solidFill>
                <a:latin typeface="Montserrat"/>
                <a:ea typeface="Montserrat"/>
                <a:cs typeface="Montserrat"/>
                <a:sym typeface="Montserrat"/>
              </a:rPr>
              <a:t> cơ sở</a:t>
            </a:r>
            <a:endParaRPr sz="1500">
              <a:solidFill>
                <a:srgbClr val="273446"/>
              </a:solidFill>
              <a:latin typeface="Montserrat"/>
              <a:ea typeface="Montserrat"/>
              <a:cs typeface="Montserrat"/>
              <a:sym typeface="Montserrat"/>
            </a:endParaRPr>
          </a:p>
        </p:txBody>
      </p:sp>
      <p:grpSp>
        <p:nvGrpSpPr>
          <p:cNvPr id="1018" name="Google Shape;1018;p69"/>
          <p:cNvGrpSpPr/>
          <p:nvPr/>
        </p:nvGrpSpPr>
        <p:grpSpPr>
          <a:xfrm rot="-5400000">
            <a:off x="4327887" y="-1711595"/>
            <a:ext cx="488225" cy="5350538"/>
            <a:chOff x="6083600" y="3072400"/>
            <a:chExt cx="125125" cy="1371300"/>
          </a:xfrm>
        </p:grpSpPr>
        <p:sp>
          <p:nvSpPr>
            <p:cNvPr id="1019" name="Google Shape;1019;p69"/>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9"/>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9"/>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9"/>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9"/>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9"/>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0"/>
          <p:cNvSpPr txBox="1"/>
          <p:nvPr>
            <p:ph idx="1" type="subTitle"/>
          </p:nvPr>
        </p:nvSpPr>
        <p:spPr>
          <a:xfrm>
            <a:off x="769700" y="2404625"/>
            <a:ext cx="2336400" cy="651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Docker Image (Ảnh)</a:t>
            </a:r>
            <a:endParaRPr/>
          </a:p>
        </p:txBody>
      </p:sp>
      <p:sp>
        <p:nvSpPr>
          <p:cNvPr id="1030" name="Google Shape;1030;p70"/>
          <p:cNvSpPr txBox="1"/>
          <p:nvPr>
            <p:ph idx="2" type="subTitle"/>
          </p:nvPr>
        </p:nvSpPr>
        <p:spPr>
          <a:xfrm>
            <a:off x="720013" y="3111173"/>
            <a:ext cx="2336400" cy="651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Nơi </a:t>
            </a:r>
            <a:r>
              <a:rPr b="1" lang="en">
                <a:latin typeface="Montserrat"/>
                <a:ea typeface="Montserrat"/>
                <a:cs typeface="Montserrat"/>
                <a:sym typeface="Montserrat"/>
              </a:rPr>
              <a:t>đóng gói</a:t>
            </a:r>
            <a:r>
              <a:rPr lang="en">
                <a:latin typeface="Montserrat"/>
                <a:ea typeface="Montserrat"/>
                <a:cs typeface="Montserrat"/>
                <a:sym typeface="Montserrat"/>
              </a:rPr>
              <a:t> ứng dụng và môi trường</a:t>
            </a:r>
            <a:endParaRPr>
              <a:latin typeface="Montserrat"/>
              <a:ea typeface="Montserrat"/>
              <a:cs typeface="Montserrat"/>
              <a:sym typeface="Montserrat"/>
            </a:endParaRPr>
          </a:p>
        </p:txBody>
      </p:sp>
      <p:sp>
        <p:nvSpPr>
          <p:cNvPr id="1031" name="Google Shape;1031;p70"/>
          <p:cNvSpPr txBox="1"/>
          <p:nvPr>
            <p:ph idx="3" type="subTitle"/>
          </p:nvPr>
        </p:nvSpPr>
        <p:spPr>
          <a:xfrm>
            <a:off x="3380350" y="3111175"/>
            <a:ext cx="2433000" cy="1244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Được tạo ra từ Docker Image, khi chạy sẽ </a:t>
            </a:r>
            <a:r>
              <a:rPr b="1" lang="en">
                <a:latin typeface="Montserrat"/>
                <a:ea typeface="Montserrat"/>
                <a:cs typeface="Montserrat"/>
                <a:sym typeface="Montserrat"/>
              </a:rPr>
              <a:t>cô lập hoàn toàn</a:t>
            </a:r>
            <a:r>
              <a:rPr lang="en">
                <a:latin typeface="Montserrat"/>
                <a:ea typeface="Montserrat"/>
                <a:cs typeface="Montserrat"/>
                <a:sym typeface="Montserrat"/>
              </a:rPr>
              <a:t> với má</a:t>
            </a:r>
            <a:r>
              <a:rPr lang="en">
                <a:latin typeface="Montserrat"/>
                <a:ea typeface="Montserrat"/>
                <a:cs typeface="Montserrat"/>
                <a:sym typeface="Montserrat"/>
              </a:rPr>
              <a:t>y </a:t>
            </a:r>
            <a:r>
              <a:rPr lang="en">
                <a:latin typeface="Montserrat"/>
                <a:ea typeface="Montserrat"/>
                <a:cs typeface="Montserrat"/>
                <a:sym typeface="Montserrat"/>
              </a:rPr>
              <a:t>chủ và các tiến trình khác</a:t>
            </a:r>
            <a:endParaRPr>
              <a:latin typeface="Montserrat"/>
              <a:ea typeface="Montserrat"/>
              <a:cs typeface="Montserrat"/>
              <a:sym typeface="Montserrat"/>
            </a:endParaRPr>
          </a:p>
        </p:txBody>
      </p:sp>
      <p:sp>
        <p:nvSpPr>
          <p:cNvPr id="1032" name="Google Shape;1032;p70"/>
          <p:cNvSpPr txBox="1"/>
          <p:nvPr>
            <p:ph idx="4" type="subTitle"/>
          </p:nvPr>
        </p:nvSpPr>
        <p:spPr>
          <a:xfrm>
            <a:off x="6087588" y="3111173"/>
            <a:ext cx="2336400" cy="730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Nơi </a:t>
            </a:r>
            <a:r>
              <a:rPr b="1" lang="en">
                <a:latin typeface="Montserrat"/>
                <a:ea typeface="Montserrat"/>
                <a:cs typeface="Montserrat"/>
                <a:sym typeface="Montserrat"/>
              </a:rPr>
              <a:t>lưu trữ</a:t>
            </a:r>
            <a:r>
              <a:rPr lang="en">
                <a:latin typeface="Montserrat"/>
                <a:ea typeface="Montserrat"/>
                <a:cs typeface="Montserrat"/>
                <a:sym typeface="Montserrat"/>
              </a:rPr>
              <a:t> các </a:t>
            </a:r>
            <a:r>
              <a:rPr b="1" lang="en">
                <a:latin typeface="Montserrat"/>
                <a:ea typeface="Montserrat"/>
                <a:cs typeface="Montserrat"/>
                <a:sym typeface="Montserrat"/>
              </a:rPr>
              <a:t>image</a:t>
            </a:r>
            <a:r>
              <a:rPr lang="en">
                <a:latin typeface="Montserrat"/>
                <a:ea typeface="Montserrat"/>
                <a:cs typeface="Montserrat"/>
                <a:sym typeface="Montserrat"/>
              </a:rPr>
              <a:t> Docker để chia sẻ</a:t>
            </a:r>
            <a:endParaRPr>
              <a:latin typeface="Montserrat"/>
              <a:ea typeface="Montserrat"/>
              <a:cs typeface="Montserrat"/>
              <a:sym typeface="Montserrat"/>
            </a:endParaRPr>
          </a:p>
        </p:txBody>
      </p:sp>
      <p:sp>
        <p:nvSpPr>
          <p:cNvPr id="1033" name="Google Shape;1033;p70"/>
          <p:cNvSpPr txBox="1"/>
          <p:nvPr>
            <p:ph type="title"/>
          </p:nvPr>
        </p:nvSpPr>
        <p:spPr>
          <a:xfrm>
            <a:off x="720000" y="37877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Khái niệm</a:t>
            </a:r>
            <a:r>
              <a:rPr lang="en"/>
              <a:t> </a:t>
            </a:r>
            <a:r>
              <a:rPr lang="en">
                <a:latin typeface="Montserrat Black"/>
                <a:ea typeface="Montserrat Black"/>
                <a:cs typeface="Montserrat Black"/>
                <a:sym typeface="Montserrat Black"/>
              </a:rPr>
              <a:t>chính</a:t>
            </a:r>
            <a:endParaRPr>
              <a:latin typeface="Montserrat Black"/>
              <a:ea typeface="Montserrat Black"/>
              <a:cs typeface="Montserrat Black"/>
              <a:sym typeface="Montserrat Black"/>
            </a:endParaRPr>
          </a:p>
        </p:txBody>
      </p:sp>
      <p:sp>
        <p:nvSpPr>
          <p:cNvPr id="1034" name="Google Shape;1034;p70"/>
          <p:cNvSpPr txBox="1"/>
          <p:nvPr>
            <p:ph idx="5" type="subTitle"/>
          </p:nvPr>
        </p:nvSpPr>
        <p:spPr>
          <a:xfrm>
            <a:off x="3428650" y="2380475"/>
            <a:ext cx="2336400" cy="45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035" name="Google Shape;1035;p70"/>
          <p:cNvSpPr txBox="1"/>
          <p:nvPr>
            <p:ph idx="6" type="subTitle"/>
          </p:nvPr>
        </p:nvSpPr>
        <p:spPr>
          <a:xfrm>
            <a:off x="6087600" y="2471175"/>
            <a:ext cx="233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Registry</a:t>
            </a:r>
            <a:endParaRPr/>
          </a:p>
          <a:p>
            <a:pPr indent="0" lvl="0" marL="0" rtl="0" algn="ctr">
              <a:spcBef>
                <a:spcPts val="0"/>
              </a:spcBef>
              <a:spcAft>
                <a:spcPts val="0"/>
              </a:spcAft>
              <a:buNone/>
            </a:pPr>
            <a:r>
              <a:rPr lang="en"/>
              <a:t>(Kho lưu trữ)</a:t>
            </a:r>
            <a:endParaRPr/>
          </a:p>
        </p:txBody>
      </p:sp>
      <p:pic>
        <p:nvPicPr>
          <p:cNvPr id="1036" name="Google Shape;1036;p70"/>
          <p:cNvPicPr preferRelativeResize="0"/>
          <p:nvPr/>
        </p:nvPicPr>
        <p:blipFill>
          <a:blip r:embed="rId3">
            <a:alphaModFix/>
          </a:blip>
          <a:stretch>
            <a:fillRect/>
          </a:stretch>
        </p:blipFill>
        <p:spPr>
          <a:xfrm>
            <a:off x="1439963" y="1407148"/>
            <a:ext cx="896486" cy="889077"/>
          </a:xfrm>
          <a:prstGeom prst="rect">
            <a:avLst/>
          </a:prstGeom>
          <a:noFill/>
          <a:ln cap="flat" cmpd="sng" w="28575">
            <a:solidFill>
              <a:schemeClr val="dk2"/>
            </a:solidFill>
            <a:prstDash val="solid"/>
            <a:round/>
            <a:headEnd len="sm" w="sm" type="none"/>
            <a:tailEnd len="sm" w="sm" type="none"/>
          </a:ln>
        </p:spPr>
      </p:pic>
      <p:pic>
        <p:nvPicPr>
          <p:cNvPr id="1037" name="Google Shape;1037;p70"/>
          <p:cNvPicPr preferRelativeResize="0"/>
          <p:nvPr/>
        </p:nvPicPr>
        <p:blipFill>
          <a:blip r:embed="rId4">
            <a:alphaModFix/>
          </a:blip>
          <a:stretch>
            <a:fillRect/>
          </a:stretch>
        </p:blipFill>
        <p:spPr>
          <a:xfrm>
            <a:off x="4093263" y="1407148"/>
            <a:ext cx="957468" cy="889077"/>
          </a:xfrm>
          <a:prstGeom prst="rect">
            <a:avLst/>
          </a:prstGeom>
          <a:noFill/>
          <a:ln cap="flat" cmpd="sng" w="28575">
            <a:solidFill>
              <a:srgbClr val="7FC6ED"/>
            </a:solidFill>
            <a:prstDash val="solid"/>
            <a:round/>
            <a:headEnd len="sm" w="sm" type="none"/>
            <a:tailEnd len="sm" w="sm" type="none"/>
          </a:ln>
        </p:spPr>
      </p:pic>
      <p:pic>
        <p:nvPicPr>
          <p:cNvPr id="1038" name="Google Shape;1038;p70"/>
          <p:cNvPicPr preferRelativeResize="0"/>
          <p:nvPr/>
        </p:nvPicPr>
        <p:blipFill>
          <a:blip r:embed="rId5">
            <a:alphaModFix/>
          </a:blip>
          <a:stretch>
            <a:fillRect/>
          </a:stretch>
        </p:blipFill>
        <p:spPr>
          <a:xfrm>
            <a:off x="6777072" y="1407150"/>
            <a:ext cx="957450" cy="889075"/>
          </a:xfrm>
          <a:prstGeom prst="rect">
            <a:avLst/>
          </a:prstGeom>
          <a:noFill/>
          <a:ln cap="flat" cmpd="sng" w="28575">
            <a:solidFill>
              <a:srgbClr val="7FC6ED"/>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71"/>
          <p:cNvSpPr txBox="1"/>
          <p:nvPr>
            <p:ph idx="1" type="subTitle"/>
          </p:nvPr>
        </p:nvSpPr>
        <p:spPr>
          <a:xfrm>
            <a:off x="5176625" y="1279650"/>
            <a:ext cx="3340500" cy="27690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Font typeface="Montserrat"/>
              <a:buChar char="●"/>
            </a:pPr>
            <a:r>
              <a:rPr lang="en" sz="1700">
                <a:latin typeface="Montserrat"/>
                <a:ea typeface="Montserrat"/>
                <a:cs typeface="Montserrat"/>
                <a:sym typeface="Montserrat"/>
              </a:rPr>
              <a:t>Làm sao để d</a:t>
            </a:r>
            <a:r>
              <a:rPr lang="en" sz="1700">
                <a:latin typeface="Montserrat"/>
                <a:ea typeface="Montserrat"/>
                <a:cs typeface="Montserrat"/>
                <a:sym typeface="Montserrat"/>
              </a:rPr>
              <a:t>uy trì hệ thống </a:t>
            </a:r>
            <a:r>
              <a:rPr b="1" lang="en" sz="1700">
                <a:latin typeface="Montserrat"/>
                <a:ea typeface="Montserrat"/>
                <a:cs typeface="Montserrat"/>
                <a:sym typeface="Montserrat"/>
              </a:rPr>
              <a:t>vận hành trơn tru</a:t>
            </a:r>
            <a:r>
              <a:rPr lang="en" sz="1700">
                <a:latin typeface="Montserrat"/>
                <a:ea typeface="Montserrat"/>
                <a:cs typeface="Montserrat"/>
                <a:sym typeface="Montserrat"/>
              </a:rPr>
              <a:t>?</a:t>
            </a:r>
            <a:endParaRPr sz="1700">
              <a:latin typeface="Montserrat"/>
              <a:ea typeface="Montserrat"/>
              <a:cs typeface="Montserrat"/>
              <a:sym typeface="Montserrat"/>
            </a:endParaRPr>
          </a:p>
          <a:p>
            <a:pPr indent="-311150" lvl="0" marL="457200" rtl="0" algn="l">
              <a:spcBef>
                <a:spcPts val="1000"/>
              </a:spcBef>
              <a:spcAft>
                <a:spcPts val="0"/>
              </a:spcAft>
              <a:buSzPts val="1300"/>
              <a:buFont typeface="Montserrat"/>
              <a:buChar char="●"/>
            </a:pPr>
            <a:r>
              <a:rPr lang="en" sz="1700">
                <a:latin typeface="Montserrat"/>
                <a:ea typeface="Montserrat"/>
                <a:cs typeface="Montserrat"/>
                <a:sym typeface="Montserrat"/>
              </a:rPr>
              <a:t>Deploy các thành phần như nào sao cho </a:t>
            </a:r>
            <a:r>
              <a:rPr b="1" lang="en" sz="1700">
                <a:latin typeface="Montserrat"/>
                <a:ea typeface="Montserrat"/>
                <a:cs typeface="Montserrat"/>
                <a:sym typeface="Montserrat"/>
              </a:rPr>
              <a:t>tối ưu tài nguyên</a:t>
            </a:r>
            <a:r>
              <a:rPr lang="en" sz="1700">
                <a:latin typeface="Montserrat"/>
                <a:ea typeface="Montserrat"/>
                <a:cs typeface="Montserrat"/>
                <a:sym typeface="Montserrat"/>
              </a:rPr>
              <a:t>, </a:t>
            </a:r>
            <a:r>
              <a:rPr b="1" lang="en" sz="1700">
                <a:latin typeface="Montserrat"/>
                <a:ea typeface="Montserrat"/>
                <a:cs typeface="Montserrat"/>
                <a:sym typeface="Montserrat"/>
              </a:rPr>
              <a:t>tiết kiệm chi phí</a:t>
            </a:r>
            <a:r>
              <a:rPr lang="en" sz="1700">
                <a:latin typeface="Montserrat"/>
                <a:ea typeface="Montserrat"/>
                <a:cs typeface="Montserrat"/>
                <a:sym typeface="Montserrat"/>
              </a:rPr>
              <a:t> mà vẫn hoạt động </a:t>
            </a:r>
            <a:r>
              <a:rPr b="1" lang="en" sz="1700">
                <a:latin typeface="Montserrat"/>
                <a:ea typeface="Montserrat"/>
                <a:cs typeface="Montserrat"/>
                <a:sym typeface="Montserrat"/>
              </a:rPr>
              <a:t>hiệu quả</a:t>
            </a:r>
            <a:r>
              <a:rPr lang="en" sz="1700">
                <a:latin typeface="Montserrat"/>
                <a:ea typeface="Montserrat"/>
                <a:cs typeface="Montserrat"/>
                <a:sym typeface="Montserrat"/>
              </a:rPr>
              <a:t>?</a:t>
            </a:r>
            <a:endParaRPr sz="1700">
              <a:latin typeface="Montserrat"/>
              <a:ea typeface="Montserrat"/>
              <a:cs typeface="Montserrat"/>
              <a:sym typeface="Montserrat"/>
            </a:endParaRPr>
          </a:p>
        </p:txBody>
      </p:sp>
      <p:sp>
        <p:nvSpPr>
          <p:cNvPr id="1044" name="Google Shape;1044;p71"/>
          <p:cNvSpPr txBox="1"/>
          <p:nvPr>
            <p:ph type="title"/>
          </p:nvPr>
        </p:nvSpPr>
        <p:spPr>
          <a:xfrm>
            <a:off x="720000" y="857250"/>
            <a:ext cx="3754800" cy="34290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800">
                <a:latin typeface="Montserrat"/>
                <a:ea typeface="Montserrat"/>
                <a:cs typeface="Montserrat"/>
                <a:sym typeface="Montserrat"/>
              </a:rPr>
              <a:t>Số lượng</a:t>
            </a:r>
            <a:r>
              <a:rPr lang="en" sz="2800"/>
              <a:t> </a:t>
            </a:r>
            <a:endParaRPr sz="2800"/>
          </a:p>
          <a:p>
            <a:pPr indent="0" lvl="0" marL="0" rtl="0" algn="l">
              <a:lnSpc>
                <a:spcPct val="115000"/>
              </a:lnSpc>
              <a:spcBef>
                <a:spcPts val="0"/>
              </a:spcBef>
              <a:spcAft>
                <a:spcPts val="0"/>
              </a:spcAft>
              <a:buNone/>
            </a:pPr>
            <a:r>
              <a:rPr b="1" lang="en" sz="2800">
                <a:solidFill>
                  <a:schemeClr val="dk2"/>
                </a:solidFill>
                <a:latin typeface="Montserrat"/>
                <a:ea typeface="Montserrat"/>
                <a:cs typeface="Montserrat"/>
                <a:sym typeface="Montserrat"/>
              </a:rPr>
              <a:t>Container</a:t>
            </a:r>
            <a:r>
              <a:rPr lang="en" sz="2800"/>
              <a:t> tăng lên</a:t>
            </a:r>
            <a:endParaRPr sz="2800"/>
          </a:p>
          <a:p>
            <a:pPr indent="0" lvl="0" marL="0" rtl="0" algn="r">
              <a:lnSpc>
                <a:spcPct val="115000"/>
              </a:lnSpc>
              <a:spcBef>
                <a:spcPts val="0"/>
              </a:spcBef>
              <a:spcAft>
                <a:spcPts val="0"/>
              </a:spcAft>
              <a:buNone/>
            </a:pPr>
            <a:r>
              <a:t/>
            </a:r>
            <a:endParaRPr sz="2800"/>
          </a:p>
          <a:p>
            <a:pPr indent="0" lvl="0" marL="0" rtl="0" algn="r">
              <a:lnSpc>
                <a:spcPct val="115000"/>
              </a:lnSpc>
              <a:spcBef>
                <a:spcPts val="0"/>
              </a:spcBef>
              <a:spcAft>
                <a:spcPts val="0"/>
              </a:spcAft>
              <a:buNone/>
            </a:pPr>
            <a:r>
              <a:rPr lang="en" sz="2800"/>
              <a:t>Làm sao để </a:t>
            </a:r>
            <a:r>
              <a:rPr b="1" lang="en" sz="2800">
                <a:latin typeface="Montserrat"/>
                <a:ea typeface="Montserrat"/>
                <a:cs typeface="Montserrat"/>
                <a:sym typeface="Montserrat"/>
              </a:rPr>
              <a:t>quản lý</a:t>
            </a:r>
            <a:r>
              <a:rPr lang="en" sz="2800"/>
              <a:t> chúng </a:t>
            </a:r>
            <a:r>
              <a:rPr b="1" lang="en" sz="2800">
                <a:latin typeface="Montserrat"/>
                <a:ea typeface="Montserrat"/>
                <a:cs typeface="Montserrat"/>
                <a:sym typeface="Montserrat"/>
              </a:rPr>
              <a:t>hiệu quả</a:t>
            </a:r>
            <a:endParaRPr sz="2800">
              <a:latin typeface="Montserrat Black"/>
              <a:ea typeface="Montserrat Black"/>
              <a:cs typeface="Montserrat Black"/>
              <a:sym typeface="Montserrat Black"/>
            </a:endParaRPr>
          </a:p>
        </p:txBody>
      </p:sp>
      <p:cxnSp>
        <p:nvCxnSpPr>
          <p:cNvPr id="1045" name="Google Shape;1045;p71"/>
          <p:cNvCxnSpPr/>
          <p:nvPr/>
        </p:nvCxnSpPr>
        <p:spPr>
          <a:xfrm>
            <a:off x="5227225" y="1376300"/>
            <a:ext cx="0" cy="2600700"/>
          </a:xfrm>
          <a:prstGeom prst="straightConnector1">
            <a:avLst/>
          </a:prstGeom>
          <a:noFill/>
          <a:ln cap="flat" cmpd="sng" w="19050">
            <a:solidFill>
              <a:schemeClr val="lt2"/>
            </a:solidFill>
            <a:prstDash val="solid"/>
            <a:round/>
            <a:headEnd len="med" w="med" type="none"/>
            <a:tailEnd len="med" w="med" type="none"/>
          </a:ln>
        </p:spPr>
      </p:cxnSp>
      <p:pic>
        <p:nvPicPr>
          <p:cNvPr id="1046" name="Google Shape;1046;p71" title="increase.png"/>
          <p:cNvPicPr preferRelativeResize="0"/>
          <p:nvPr/>
        </p:nvPicPr>
        <p:blipFill>
          <a:blip r:embed="rId3">
            <a:alphaModFix/>
          </a:blip>
          <a:stretch>
            <a:fillRect/>
          </a:stretch>
        </p:blipFill>
        <p:spPr>
          <a:xfrm>
            <a:off x="2557925" y="1121050"/>
            <a:ext cx="759800" cy="759800"/>
          </a:xfrm>
          <a:prstGeom prst="rect">
            <a:avLst/>
          </a:prstGeom>
          <a:noFill/>
          <a:ln>
            <a:noFill/>
          </a:ln>
        </p:spPr>
      </p:pic>
      <p:pic>
        <p:nvPicPr>
          <p:cNvPr id="1047" name="Google Shape;1047;p71" title="faq.png"/>
          <p:cNvPicPr preferRelativeResize="0"/>
          <p:nvPr/>
        </p:nvPicPr>
        <p:blipFill>
          <a:blip r:embed="rId4">
            <a:alphaModFix/>
          </a:blip>
          <a:stretch>
            <a:fillRect/>
          </a:stretch>
        </p:blipFill>
        <p:spPr>
          <a:xfrm>
            <a:off x="4416825" y="2913550"/>
            <a:ext cx="759800" cy="75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72"/>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Montserrat"/>
                <a:ea typeface="Montserrat"/>
                <a:cs typeface="Montserrat"/>
                <a:sym typeface="Montserrat"/>
              </a:rPr>
              <a:t>KUBERNETES</a:t>
            </a:r>
            <a:r>
              <a:rPr lang="en"/>
              <a:t> IS </a:t>
            </a:r>
            <a:r>
              <a:rPr b="1" lang="en">
                <a:latin typeface="Montserrat"/>
                <a:ea typeface="Montserrat"/>
                <a:cs typeface="Montserrat"/>
                <a:sym typeface="Montserrat"/>
              </a:rPr>
              <a:t>“ALL YOU NEED”</a:t>
            </a:r>
            <a:endParaRPr>
              <a:latin typeface="Montserrat Black"/>
              <a:ea typeface="Montserrat Black"/>
              <a:cs typeface="Montserrat Black"/>
              <a:sym typeface="Montserrat Black"/>
            </a:endParaRPr>
          </a:p>
        </p:txBody>
      </p:sp>
      <p:sp>
        <p:nvSpPr>
          <p:cNvPr id="1053" name="Google Shape;1053;p72"/>
          <p:cNvSpPr txBox="1"/>
          <p:nvPr>
            <p:ph idx="1" type="subTitle"/>
          </p:nvPr>
        </p:nvSpPr>
        <p:spPr>
          <a:xfrm>
            <a:off x="421700" y="934838"/>
            <a:ext cx="3998700" cy="20124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Hoạt động như </a:t>
            </a:r>
            <a:r>
              <a:rPr b="1" lang="en" sz="1500">
                <a:latin typeface="Montserrat"/>
                <a:ea typeface="Montserrat"/>
                <a:cs typeface="Montserrat"/>
                <a:sym typeface="Montserrat"/>
              </a:rPr>
              <a:t>"hệ điều hành"</a:t>
            </a:r>
            <a:r>
              <a:rPr lang="en" sz="1500">
                <a:latin typeface="Montserrat"/>
                <a:ea typeface="Montserrat"/>
                <a:cs typeface="Montserrat"/>
                <a:sym typeface="Montserrat"/>
              </a:rPr>
              <a:t> cho toàn bộ cụm máy chủ</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Cung cấp sẵn các </a:t>
            </a:r>
            <a:r>
              <a:rPr b="1" lang="en" sz="1500">
                <a:latin typeface="Montserrat"/>
                <a:ea typeface="Montserrat"/>
                <a:cs typeface="Montserrat"/>
                <a:sym typeface="Montserrat"/>
              </a:rPr>
              <a:t>dịch vụ cơ sở hạ tầng</a:t>
            </a:r>
            <a:r>
              <a:rPr lang="en" sz="1500">
                <a:latin typeface="Montserrat"/>
                <a:ea typeface="Montserrat"/>
                <a:cs typeface="Montserrat"/>
                <a:sym typeface="Montserrat"/>
              </a:rPr>
              <a:t>: Khám phá dịch vụ, mở rộng quy mô tự động, cân bằng tải, tự phục hồi, …</a:t>
            </a:r>
            <a:endParaRPr sz="1500">
              <a:latin typeface="Montserrat"/>
              <a:ea typeface="Montserrat"/>
              <a:cs typeface="Montserrat"/>
              <a:sym typeface="Montserrat"/>
            </a:endParaRPr>
          </a:p>
        </p:txBody>
      </p:sp>
      <p:sp>
        <p:nvSpPr>
          <p:cNvPr id="1054" name="Google Shape;1054;p72"/>
          <p:cNvSpPr txBox="1"/>
          <p:nvPr>
            <p:ph idx="1" type="subTitle"/>
          </p:nvPr>
        </p:nvSpPr>
        <p:spPr>
          <a:xfrm>
            <a:off x="4856175" y="934850"/>
            <a:ext cx="3866100" cy="1697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Cho phép chạy ứng dụng trên </a:t>
            </a:r>
            <a:r>
              <a:rPr b="1" lang="en" sz="1500">
                <a:latin typeface="Montserrat"/>
                <a:ea typeface="Montserrat"/>
                <a:cs typeface="Montserrat"/>
                <a:sym typeface="Montserrat"/>
              </a:rPr>
              <a:t>hàng nghìn node</a:t>
            </a:r>
            <a:r>
              <a:rPr lang="en" sz="1500">
                <a:latin typeface="Montserrat"/>
                <a:ea typeface="Montserrat"/>
                <a:cs typeface="Montserrat"/>
                <a:sym typeface="Montserrat"/>
              </a:rPr>
              <a:t> như thể chúng là một </a:t>
            </a:r>
            <a:r>
              <a:rPr b="1" lang="en" sz="1500">
                <a:latin typeface="Montserrat"/>
                <a:ea typeface="Montserrat"/>
                <a:cs typeface="Montserrat"/>
                <a:sym typeface="Montserrat"/>
              </a:rPr>
              <a:t>máy tính duy nhất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Giúp các </a:t>
            </a:r>
            <a:r>
              <a:rPr b="1" lang="en" sz="1500">
                <a:latin typeface="Montserrat"/>
                <a:ea typeface="Montserrat"/>
                <a:cs typeface="Montserrat"/>
                <a:sym typeface="Montserrat"/>
              </a:rPr>
              <a:t>thành phần</a:t>
            </a:r>
            <a:r>
              <a:rPr lang="en" sz="1500">
                <a:latin typeface="Montserrat"/>
                <a:ea typeface="Montserrat"/>
                <a:cs typeface="Montserrat"/>
                <a:sym typeface="Montserrat"/>
              </a:rPr>
              <a:t> dễ dàng tìm thấy và </a:t>
            </a:r>
            <a:r>
              <a:rPr b="1" lang="en" sz="1500">
                <a:latin typeface="Montserrat"/>
                <a:ea typeface="Montserrat"/>
                <a:cs typeface="Montserrat"/>
                <a:sym typeface="Montserrat"/>
              </a:rPr>
              <a:t>giao tiếp</a:t>
            </a:r>
            <a:r>
              <a:rPr lang="en" sz="1500">
                <a:latin typeface="Montserrat"/>
                <a:ea typeface="Montserrat"/>
                <a:cs typeface="Montserrat"/>
                <a:sym typeface="Montserrat"/>
              </a:rPr>
              <a:t> với nhau</a:t>
            </a:r>
            <a:endParaRPr sz="1500">
              <a:latin typeface="Montserrat"/>
              <a:ea typeface="Montserrat"/>
              <a:cs typeface="Montserrat"/>
              <a:sym typeface="Montserrat"/>
            </a:endParaRPr>
          </a:p>
        </p:txBody>
      </p:sp>
      <p:cxnSp>
        <p:nvCxnSpPr>
          <p:cNvPr id="1055" name="Google Shape;1055;p72"/>
          <p:cNvCxnSpPr/>
          <p:nvPr/>
        </p:nvCxnSpPr>
        <p:spPr>
          <a:xfrm>
            <a:off x="501075" y="860350"/>
            <a:ext cx="3359400" cy="0"/>
          </a:xfrm>
          <a:prstGeom prst="straightConnector1">
            <a:avLst/>
          </a:prstGeom>
          <a:noFill/>
          <a:ln cap="flat" cmpd="sng" w="19050">
            <a:solidFill>
              <a:schemeClr val="lt2"/>
            </a:solidFill>
            <a:prstDash val="solid"/>
            <a:round/>
            <a:headEnd len="med" w="med" type="none"/>
            <a:tailEnd len="med" w="med" type="none"/>
          </a:ln>
        </p:spPr>
      </p:cxnSp>
      <p:pic>
        <p:nvPicPr>
          <p:cNvPr id="1056" name="Google Shape;1056;p72"/>
          <p:cNvPicPr preferRelativeResize="0"/>
          <p:nvPr/>
        </p:nvPicPr>
        <p:blipFill>
          <a:blip r:embed="rId3">
            <a:alphaModFix/>
          </a:blip>
          <a:stretch>
            <a:fillRect/>
          </a:stretch>
        </p:blipFill>
        <p:spPr>
          <a:xfrm>
            <a:off x="889700" y="3021750"/>
            <a:ext cx="2790450" cy="1808625"/>
          </a:xfrm>
          <a:prstGeom prst="rect">
            <a:avLst/>
          </a:prstGeom>
          <a:noFill/>
          <a:ln>
            <a:noFill/>
          </a:ln>
        </p:spPr>
      </p:pic>
      <p:pic>
        <p:nvPicPr>
          <p:cNvPr id="1057" name="Google Shape;1057;p72"/>
          <p:cNvPicPr preferRelativeResize="0"/>
          <p:nvPr/>
        </p:nvPicPr>
        <p:blipFill>
          <a:blip r:embed="rId4">
            <a:alphaModFix/>
          </a:blip>
          <a:stretch>
            <a:fillRect/>
          </a:stretch>
        </p:blipFill>
        <p:spPr>
          <a:xfrm>
            <a:off x="5304263" y="2833750"/>
            <a:ext cx="3119727" cy="1996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3"/>
          <p:cNvSpPr txBox="1"/>
          <p:nvPr>
            <p:ph type="title"/>
          </p:nvPr>
        </p:nvSpPr>
        <p:spPr>
          <a:xfrm>
            <a:off x="333000" y="65675"/>
            <a:ext cx="8466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Montserrat"/>
                <a:ea typeface="Montserrat"/>
                <a:cs typeface="Montserrat"/>
                <a:sym typeface="Montserrat"/>
              </a:rPr>
              <a:t>Kubernetes</a:t>
            </a:r>
            <a:r>
              <a:rPr b="1" lang="en">
                <a:latin typeface="Montserrat"/>
                <a:ea typeface="Montserrat"/>
                <a:cs typeface="Montserrat"/>
                <a:sym typeface="Montserrat"/>
              </a:rPr>
              <a:t>: Deploy dễ dàng</a:t>
            </a:r>
            <a:endParaRPr>
              <a:latin typeface="Montserrat Black"/>
              <a:ea typeface="Montserrat Black"/>
              <a:cs typeface="Montserrat Black"/>
              <a:sym typeface="Montserrat Black"/>
            </a:endParaRPr>
          </a:p>
        </p:txBody>
      </p:sp>
      <p:sp>
        <p:nvSpPr>
          <p:cNvPr id="1063" name="Google Shape;1063;p73"/>
          <p:cNvSpPr txBox="1"/>
          <p:nvPr/>
        </p:nvSpPr>
        <p:spPr>
          <a:xfrm>
            <a:off x="379375" y="767625"/>
            <a:ext cx="4779600" cy="1587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4A86E8"/>
                </a:solidFill>
                <a:latin typeface="Montserrat"/>
                <a:ea typeface="Montserrat"/>
                <a:cs typeface="Montserrat"/>
                <a:sym typeface="Montserrat"/>
              </a:rPr>
              <a:t>Pods</a:t>
            </a:r>
            <a:r>
              <a:rPr b="1" lang="en" sz="1500">
                <a:solidFill>
                  <a:srgbClr val="273446"/>
                </a:solidFill>
                <a:latin typeface="Montserrat"/>
                <a:ea typeface="Montserrat"/>
                <a:cs typeface="Montserrat"/>
                <a:sym typeface="Montserrat"/>
              </a:rPr>
              <a:t>: </a:t>
            </a:r>
            <a:r>
              <a:rPr lang="en" sz="1500">
                <a:solidFill>
                  <a:srgbClr val="273446"/>
                </a:solidFill>
                <a:latin typeface="Montserrat"/>
                <a:ea typeface="Montserrat"/>
                <a:cs typeface="Montserrat"/>
                <a:sym typeface="Montserrat"/>
              </a:rPr>
              <a:t>Kubernetes biểu diễn các container thành các Pod để quản lý. </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0"/>
              </a:spcAft>
              <a:buNone/>
            </a:pPr>
            <a:r>
              <a:rPr lang="en" sz="1500">
                <a:solidFill>
                  <a:srgbClr val="273446"/>
                </a:solidFill>
                <a:latin typeface="Montserrat"/>
                <a:ea typeface="Montserrat"/>
                <a:cs typeface="Montserrat"/>
                <a:sym typeface="Montserrat"/>
              </a:rPr>
              <a:t>Dễ dàng </a:t>
            </a:r>
            <a:r>
              <a:rPr b="1" lang="en" sz="1500">
                <a:solidFill>
                  <a:srgbClr val="273446"/>
                </a:solidFill>
                <a:latin typeface="Montserrat"/>
                <a:ea typeface="Montserrat"/>
                <a:cs typeface="Montserrat"/>
                <a:sym typeface="Montserrat"/>
              </a:rPr>
              <a:t>triển khai</a:t>
            </a:r>
            <a:r>
              <a:rPr lang="en" sz="1500">
                <a:solidFill>
                  <a:srgbClr val="273446"/>
                </a:solidFill>
                <a:latin typeface="Montserrat"/>
                <a:ea typeface="Montserrat"/>
                <a:cs typeface="Montserrat"/>
                <a:sym typeface="Montserrat"/>
              </a:rPr>
              <a:t> và </a:t>
            </a:r>
            <a:r>
              <a:rPr b="1" lang="en" sz="1500">
                <a:solidFill>
                  <a:srgbClr val="273446"/>
                </a:solidFill>
                <a:latin typeface="Montserrat"/>
                <a:ea typeface="Montserrat"/>
                <a:cs typeface="Montserrat"/>
                <a:sym typeface="Montserrat"/>
              </a:rPr>
              <a:t>quản lý</a:t>
            </a:r>
            <a:r>
              <a:rPr lang="en" sz="1500">
                <a:solidFill>
                  <a:srgbClr val="273446"/>
                </a:solidFill>
                <a:latin typeface="Montserrat"/>
                <a:ea typeface="Montserrat"/>
                <a:cs typeface="Montserrat"/>
                <a:sym typeface="Montserrat"/>
              </a:rPr>
              <a:t> các </a:t>
            </a:r>
            <a:r>
              <a:rPr b="1" lang="en" sz="1500">
                <a:solidFill>
                  <a:srgbClr val="273446"/>
                </a:solidFill>
                <a:latin typeface="Montserrat"/>
                <a:ea typeface="Montserrat"/>
                <a:cs typeface="Montserrat"/>
                <a:sym typeface="Montserrat"/>
              </a:rPr>
              <a:t>container</a:t>
            </a:r>
            <a:r>
              <a:rPr lang="en" sz="1500">
                <a:solidFill>
                  <a:srgbClr val="273446"/>
                </a:solidFill>
                <a:latin typeface="Montserrat"/>
                <a:ea typeface="Montserrat"/>
                <a:cs typeface="Montserrat"/>
                <a:sym typeface="Montserrat"/>
              </a:rPr>
              <a:t>, chia sẻ tài nguyên, tương tác với nhau.</a:t>
            </a:r>
            <a:endParaRPr sz="1500">
              <a:solidFill>
                <a:srgbClr val="273446"/>
              </a:solidFill>
              <a:latin typeface="Montserrat"/>
              <a:ea typeface="Montserrat"/>
              <a:cs typeface="Montserrat"/>
              <a:sym typeface="Montserrat"/>
            </a:endParaRPr>
          </a:p>
          <a:p>
            <a:pPr indent="0" lvl="0" marL="0" rtl="0" algn="l">
              <a:lnSpc>
                <a:spcPct val="115000"/>
              </a:lnSpc>
              <a:spcBef>
                <a:spcPts val="1000"/>
              </a:spcBef>
              <a:spcAft>
                <a:spcPts val="1000"/>
              </a:spcAft>
              <a:buNone/>
            </a:pPr>
            <a:r>
              <a:t/>
            </a:r>
            <a:endParaRPr sz="1500">
              <a:solidFill>
                <a:srgbClr val="273446"/>
              </a:solidFill>
              <a:latin typeface="Montserrat"/>
              <a:ea typeface="Montserrat"/>
              <a:cs typeface="Montserrat"/>
              <a:sym typeface="Montserrat"/>
            </a:endParaRPr>
          </a:p>
        </p:txBody>
      </p:sp>
      <p:pic>
        <p:nvPicPr>
          <p:cNvPr id="1064" name="Google Shape;1064;p73"/>
          <p:cNvPicPr preferRelativeResize="0"/>
          <p:nvPr/>
        </p:nvPicPr>
        <p:blipFill>
          <a:blip r:embed="rId3">
            <a:alphaModFix/>
          </a:blip>
          <a:stretch>
            <a:fillRect/>
          </a:stretch>
        </p:blipFill>
        <p:spPr>
          <a:xfrm>
            <a:off x="5158977" y="767625"/>
            <a:ext cx="3278399" cy="4119149"/>
          </a:xfrm>
          <a:prstGeom prst="rect">
            <a:avLst/>
          </a:prstGeom>
          <a:noFill/>
          <a:ln>
            <a:noFill/>
          </a:ln>
        </p:spPr>
      </p:pic>
      <p:sp>
        <p:nvSpPr>
          <p:cNvPr id="1065" name="Google Shape;1065;p73"/>
          <p:cNvSpPr/>
          <p:nvPr/>
        </p:nvSpPr>
        <p:spPr>
          <a:xfrm>
            <a:off x="936625" y="1526125"/>
            <a:ext cx="335400" cy="208800"/>
          </a:xfrm>
          <a:prstGeom prst="notchedRightArrow">
            <a:avLst>
              <a:gd fmla="val 50000" name="adj1"/>
              <a:gd fmla="val 50000" name="adj2"/>
            </a:avLst>
          </a:prstGeom>
          <a:solidFill>
            <a:schemeClr val="dk2"/>
          </a:solidFill>
          <a:ln cap="flat" cmpd="sng" w="9525">
            <a:solidFill>
              <a:srgbClr val="7FC6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a:ea typeface="Catamaran"/>
              <a:cs typeface="Catamaran"/>
              <a:sym typeface="Catamaran"/>
            </a:endParaRPr>
          </a:p>
        </p:txBody>
      </p:sp>
      <p:sp>
        <p:nvSpPr>
          <p:cNvPr id="1066" name="Google Shape;1066;p73"/>
          <p:cNvSpPr txBox="1"/>
          <p:nvPr/>
        </p:nvSpPr>
        <p:spPr>
          <a:xfrm>
            <a:off x="379375" y="2354625"/>
            <a:ext cx="4817700" cy="1325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14CD97"/>
                </a:solidFill>
                <a:latin typeface="Montserrat"/>
                <a:ea typeface="Montserrat"/>
                <a:cs typeface="Montserrat"/>
                <a:sym typeface="Montserrat"/>
              </a:rPr>
              <a:t>Deployments</a:t>
            </a:r>
            <a:r>
              <a:rPr b="1" lang="en" sz="1500">
                <a:solidFill>
                  <a:srgbClr val="273446"/>
                </a:solidFill>
                <a:latin typeface="Montserrat"/>
                <a:ea typeface="Montserrat"/>
                <a:cs typeface="Montserrat"/>
                <a:sym typeface="Montserrat"/>
              </a:rPr>
              <a:t>: </a:t>
            </a:r>
            <a:r>
              <a:rPr lang="en" sz="1500">
                <a:solidFill>
                  <a:srgbClr val="273446"/>
                </a:solidFill>
                <a:latin typeface="Montserrat"/>
                <a:ea typeface="Montserrat"/>
                <a:cs typeface="Montserrat"/>
                <a:sym typeface="Montserrat"/>
              </a:rPr>
              <a:t>Định nghĩa cách ứng dụng sẽ được triển khai, cập nhật và khôi phục. </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1000"/>
              </a:spcAft>
              <a:buNone/>
            </a:pPr>
            <a:r>
              <a:rPr b="1" lang="en" sz="1500">
                <a:solidFill>
                  <a:srgbClr val="273446"/>
                </a:solidFill>
                <a:latin typeface="Montserrat"/>
                <a:ea typeface="Montserrat"/>
                <a:cs typeface="Montserrat"/>
                <a:sym typeface="Montserrat"/>
              </a:rPr>
              <a:t>Đảm bảo</a:t>
            </a:r>
            <a:r>
              <a:rPr lang="en" sz="1500">
                <a:solidFill>
                  <a:srgbClr val="273446"/>
                </a:solidFill>
                <a:latin typeface="Montserrat"/>
                <a:ea typeface="Montserrat"/>
                <a:cs typeface="Montserrat"/>
                <a:sym typeface="Montserrat"/>
              </a:rPr>
              <a:t> trạng thái triển khai </a:t>
            </a:r>
            <a:r>
              <a:rPr b="1" lang="en" sz="1500">
                <a:solidFill>
                  <a:srgbClr val="273446"/>
                </a:solidFill>
                <a:latin typeface="Montserrat"/>
                <a:ea typeface="Montserrat"/>
                <a:cs typeface="Montserrat"/>
                <a:sym typeface="Montserrat"/>
              </a:rPr>
              <a:t>khớp</a:t>
            </a:r>
            <a:r>
              <a:rPr lang="en" sz="1500">
                <a:solidFill>
                  <a:srgbClr val="273446"/>
                </a:solidFill>
                <a:latin typeface="Montserrat"/>
                <a:ea typeface="Montserrat"/>
                <a:cs typeface="Montserrat"/>
                <a:sym typeface="Montserrat"/>
              </a:rPr>
              <a:t> với định nghĩa </a:t>
            </a:r>
            <a:r>
              <a:rPr b="1" lang="en" sz="1500">
                <a:solidFill>
                  <a:srgbClr val="273446"/>
                </a:solidFill>
                <a:latin typeface="Montserrat"/>
                <a:ea typeface="Montserrat"/>
                <a:cs typeface="Montserrat"/>
                <a:sym typeface="Montserrat"/>
              </a:rPr>
              <a:t>mong muốn</a:t>
            </a:r>
            <a:r>
              <a:rPr lang="en" sz="1500">
                <a:solidFill>
                  <a:srgbClr val="273446"/>
                </a:solidFill>
                <a:latin typeface="Montserrat"/>
                <a:ea typeface="Montserrat"/>
                <a:cs typeface="Montserrat"/>
                <a:sym typeface="Montserrat"/>
              </a:rPr>
              <a:t>.</a:t>
            </a:r>
            <a:endParaRPr sz="1500">
              <a:solidFill>
                <a:srgbClr val="273446"/>
              </a:solidFill>
              <a:latin typeface="Montserrat"/>
              <a:ea typeface="Montserrat"/>
              <a:cs typeface="Montserrat"/>
              <a:sym typeface="Montserrat"/>
            </a:endParaRPr>
          </a:p>
        </p:txBody>
      </p:sp>
      <p:sp>
        <p:nvSpPr>
          <p:cNvPr id="1067" name="Google Shape;1067;p73"/>
          <p:cNvSpPr/>
          <p:nvPr/>
        </p:nvSpPr>
        <p:spPr>
          <a:xfrm>
            <a:off x="936625" y="3119775"/>
            <a:ext cx="335400" cy="208800"/>
          </a:xfrm>
          <a:prstGeom prst="notchedRightArrow">
            <a:avLst>
              <a:gd fmla="val 50000" name="adj1"/>
              <a:gd fmla="val 50000" name="adj2"/>
            </a:avLst>
          </a:prstGeom>
          <a:solidFill>
            <a:srgbClr val="14CD97"/>
          </a:solidFill>
          <a:ln cap="flat" cmpd="sng" w="9525">
            <a:solidFill>
              <a:srgbClr val="27DA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7DAA6"/>
              </a:solidFill>
              <a:latin typeface="Catamaran"/>
              <a:ea typeface="Catamaran"/>
              <a:cs typeface="Catamaran"/>
              <a:sym typeface="Catamaran"/>
            </a:endParaRPr>
          </a:p>
        </p:txBody>
      </p:sp>
      <p:sp>
        <p:nvSpPr>
          <p:cNvPr id="1068" name="Google Shape;1068;p73"/>
          <p:cNvSpPr txBox="1"/>
          <p:nvPr/>
        </p:nvSpPr>
        <p:spPr>
          <a:xfrm>
            <a:off x="379375" y="3714550"/>
            <a:ext cx="4544400" cy="942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1FACC9"/>
                </a:solidFill>
                <a:latin typeface="Montserrat"/>
                <a:ea typeface="Montserrat"/>
                <a:cs typeface="Montserrat"/>
                <a:sym typeface="Montserrat"/>
              </a:rPr>
              <a:t>ReplicaSets</a:t>
            </a:r>
            <a:r>
              <a:rPr b="1" lang="en" sz="1500">
                <a:solidFill>
                  <a:srgbClr val="273446"/>
                </a:solidFill>
                <a:latin typeface="Montserrat"/>
                <a:ea typeface="Montserrat"/>
                <a:cs typeface="Montserrat"/>
                <a:sym typeface="Montserrat"/>
              </a:rPr>
              <a:t>: Duy trì</a:t>
            </a:r>
            <a:r>
              <a:rPr lang="en" sz="1500">
                <a:solidFill>
                  <a:srgbClr val="273446"/>
                </a:solidFill>
                <a:latin typeface="Montserrat"/>
                <a:ea typeface="Montserrat"/>
                <a:cs typeface="Montserrat"/>
                <a:sym typeface="Montserrat"/>
              </a:rPr>
              <a:t> số lượng </a:t>
            </a:r>
            <a:r>
              <a:rPr b="1" lang="en" sz="1500">
                <a:solidFill>
                  <a:srgbClr val="273446"/>
                </a:solidFill>
                <a:latin typeface="Montserrat"/>
                <a:ea typeface="Montserrat"/>
                <a:cs typeface="Montserrat"/>
                <a:sym typeface="Montserrat"/>
              </a:rPr>
              <a:t>bản sao</a:t>
            </a:r>
            <a:r>
              <a:rPr lang="en" sz="1500">
                <a:solidFill>
                  <a:srgbClr val="273446"/>
                </a:solidFill>
                <a:latin typeface="Montserrat"/>
                <a:ea typeface="Montserrat"/>
                <a:cs typeface="Montserrat"/>
                <a:sym typeface="Montserrat"/>
              </a:rPr>
              <a:t> container.</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0"/>
              </a:spcAft>
              <a:buNone/>
            </a:pPr>
            <a:r>
              <a:rPr b="1" lang="en" sz="1500">
                <a:solidFill>
                  <a:schemeClr val="lt1"/>
                </a:solidFill>
                <a:latin typeface="Montserrat"/>
                <a:ea typeface="Montserrat"/>
                <a:cs typeface="Montserrat"/>
                <a:sym typeface="Montserrat"/>
              </a:rPr>
              <a:t>Đảm bảo </a:t>
            </a:r>
            <a:r>
              <a:rPr lang="en" sz="1500">
                <a:solidFill>
                  <a:srgbClr val="273446"/>
                </a:solidFill>
                <a:latin typeface="Montserrat"/>
                <a:ea typeface="Montserrat"/>
                <a:cs typeface="Montserrat"/>
                <a:sym typeface="Montserrat"/>
              </a:rPr>
              <a:t>ứng dụng luôn hoạt động </a:t>
            </a:r>
            <a:r>
              <a:rPr b="1" lang="en" sz="1500">
                <a:solidFill>
                  <a:srgbClr val="273446"/>
                </a:solidFill>
                <a:latin typeface="Montserrat"/>
                <a:ea typeface="Montserrat"/>
                <a:cs typeface="Montserrat"/>
                <a:sym typeface="Montserrat"/>
              </a:rPr>
              <a:t>ổn định</a:t>
            </a:r>
            <a:r>
              <a:rPr lang="en" sz="1500">
                <a:solidFill>
                  <a:srgbClr val="273446"/>
                </a:solidFill>
                <a:latin typeface="Montserrat"/>
                <a:ea typeface="Montserrat"/>
                <a:cs typeface="Montserrat"/>
                <a:sym typeface="Montserrat"/>
              </a:rPr>
              <a:t>.</a:t>
            </a:r>
            <a:endParaRPr sz="1500">
              <a:solidFill>
                <a:srgbClr val="273446"/>
              </a:solidFill>
              <a:latin typeface="Montserrat"/>
              <a:ea typeface="Montserrat"/>
              <a:cs typeface="Montserrat"/>
              <a:sym typeface="Montserrat"/>
            </a:endParaRPr>
          </a:p>
        </p:txBody>
      </p:sp>
      <p:sp>
        <p:nvSpPr>
          <p:cNvPr id="1069" name="Google Shape;1069;p73"/>
          <p:cNvSpPr/>
          <p:nvPr/>
        </p:nvSpPr>
        <p:spPr>
          <a:xfrm>
            <a:off x="936625" y="4489775"/>
            <a:ext cx="335400" cy="208800"/>
          </a:xfrm>
          <a:prstGeom prst="notchedRightArrow">
            <a:avLst>
              <a:gd fmla="val 50000" name="adj1"/>
              <a:gd fmla="val 50000" name="adj2"/>
            </a:avLst>
          </a:prstGeom>
          <a:solidFill>
            <a:srgbClr val="3FC9E6"/>
          </a:solidFill>
          <a:ln cap="flat" cmpd="sng" w="9525">
            <a:solidFill>
              <a:srgbClr val="ACD1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7DAA6"/>
              </a:solidFill>
              <a:latin typeface="Catamaran"/>
              <a:ea typeface="Catamaran"/>
              <a:cs typeface="Catamaran"/>
              <a:sym typeface="Catamaran"/>
            </a:endParaRPr>
          </a:p>
        </p:txBody>
      </p:sp>
      <p:cxnSp>
        <p:nvCxnSpPr>
          <p:cNvPr id="1070" name="Google Shape;1070;p73"/>
          <p:cNvCxnSpPr/>
          <p:nvPr/>
        </p:nvCxnSpPr>
        <p:spPr>
          <a:xfrm>
            <a:off x="2395350" y="636750"/>
            <a:ext cx="4353300" cy="0"/>
          </a:xfrm>
          <a:prstGeom prst="straightConnector1">
            <a:avLst/>
          </a:prstGeom>
          <a:noFill/>
          <a:ln cap="flat" cmpd="sng" w="19050">
            <a:solidFill>
              <a:srgbClr val="4A86E8"/>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74"/>
          <p:cNvSpPr txBox="1"/>
          <p:nvPr>
            <p:ph type="title"/>
          </p:nvPr>
        </p:nvSpPr>
        <p:spPr>
          <a:xfrm>
            <a:off x="720000" y="1219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Kiến trúc </a:t>
            </a:r>
            <a:r>
              <a:rPr b="1" lang="en">
                <a:solidFill>
                  <a:schemeClr val="dk2"/>
                </a:solidFill>
                <a:latin typeface="Montserrat"/>
                <a:ea typeface="Montserrat"/>
                <a:cs typeface="Montserrat"/>
                <a:sym typeface="Montserrat"/>
              </a:rPr>
              <a:t>Kubernetes</a:t>
            </a:r>
            <a:r>
              <a:rPr lang="en"/>
              <a:t> </a:t>
            </a:r>
            <a:r>
              <a:rPr b="1" lang="en">
                <a:latin typeface="Montserrat"/>
                <a:ea typeface="Montserrat"/>
                <a:cs typeface="Montserrat"/>
                <a:sym typeface="Montserrat"/>
              </a:rPr>
              <a:t>Cluster</a:t>
            </a:r>
            <a:endParaRPr>
              <a:latin typeface="Montserrat Black"/>
              <a:ea typeface="Montserrat Black"/>
              <a:cs typeface="Montserrat Black"/>
              <a:sym typeface="Montserrat Black"/>
            </a:endParaRPr>
          </a:p>
        </p:txBody>
      </p:sp>
      <p:pic>
        <p:nvPicPr>
          <p:cNvPr id="1076" name="Google Shape;1076;p74"/>
          <p:cNvPicPr preferRelativeResize="0"/>
          <p:nvPr/>
        </p:nvPicPr>
        <p:blipFill>
          <a:blip r:embed="rId3">
            <a:alphaModFix/>
          </a:blip>
          <a:stretch>
            <a:fillRect/>
          </a:stretch>
        </p:blipFill>
        <p:spPr>
          <a:xfrm>
            <a:off x="2813413" y="694675"/>
            <a:ext cx="5521524" cy="4312201"/>
          </a:xfrm>
          <a:prstGeom prst="rect">
            <a:avLst/>
          </a:prstGeom>
          <a:noFill/>
          <a:ln>
            <a:noFill/>
          </a:ln>
        </p:spPr>
      </p:pic>
      <p:sp>
        <p:nvSpPr>
          <p:cNvPr id="1077" name="Google Shape;1077;p74"/>
          <p:cNvSpPr txBox="1"/>
          <p:nvPr/>
        </p:nvSpPr>
        <p:spPr>
          <a:xfrm>
            <a:off x="547350" y="2173675"/>
            <a:ext cx="2095500" cy="13542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rgbClr val="273446"/>
              </a:buClr>
              <a:buSzPts val="1400"/>
              <a:buFont typeface="Catamaran"/>
              <a:buChar char="●"/>
            </a:pPr>
            <a:r>
              <a:rPr b="1" lang="en" sz="1800">
                <a:solidFill>
                  <a:srgbClr val="273446"/>
                </a:solidFill>
                <a:latin typeface="Catamaran"/>
                <a:ea typeface="Catamaran"/>
                <a:cs typeface="Catamaran"/>
                <a:sym typeface="Catamaran"/>
              </a:rPr>
              <a:t>Control Plane</a:t>
            </a:r>
            <a:endParaRPr b="1" sz="1800">
              <a:solidFill>
                <a:srgbClr val="273446"/>
              </a:solidFill>
              <a:latin typeface="Catamaran"/>
              <a:ea typeface="Catamaran"/>
              <a:cs typeface="Catamaran"/>
              <a:sym typeface="Catamaran"/>
            </a:endParaRPr>
          </a:p>
          <a:p>
            <a:pPr indent="-317500" lvl="0" marL="457200" rtl="0" algn="l">
              <a:lnSpc>
                <a:spcPct val="150000"/>
              </a:lnSpc>
              <a:spcBef>
                <a:spcPts val="0"/>
              </a:spcBef>
              <a:spcAft>
                <a:spcPts val="0"/>
              </a:spcAft>
              <a:buClr>
                <a:srgbClr val="273446"/>
              </a:buClr>
              <a:buSzPts val="1400"/>
              <a:buFont typeface="Catamaran"/>
              <a:buChar char="●"/>
            </a:pPr>
            <a:r>
              <a:rPr b="1" lang="en" sz="1800">
                <a:solidFill>
                  <a:srgbClr val="273446"/>
                </a:solidFill>
                <a:latin typeface="Catamaran"/>
                <a:ea typeface="Catamaran"/>
                <a:cs typeface="Catamaran"/>
                <a:sym typeface="Catamaran"/>
              </a:rPr>
              <a:t>Worker Nodes</a:t>
            </a:r>
            <a:endParaRPr b="1" sz="1800">
              <a:solidFill>
                <a:srgbClr val="273446"/>
              </a:solidFill>
              <a:latin typeface="Catamaran"/>
              <a:ea typeface="Catamaran"/>
              <a:cs typeface="Catamaran"/>
              <a:sym typeface="Catamar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75"/>
          <p:cNvSpPr txBox="1"/>
          <p:nvPr>
            <p:ph type="title"/>
          </p:nvPr>
        </p:nvSpPr>
        <p:spPr>
          <a:xfrm>
            <a:off x="715050" y="1755650"/>
            <a:ext cx="7713900" cy="208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Medium"/>
                <a:ea typeface="Montserrat Medium"/>
                <a:cs typeface="Montserrat Medium"/>
                <a:sym typeface="Montserrat Medium"/>
              </a:rPr>
              <a:t>Bộ lập lịch </a:t>
            </a:r>
            <a:r>
              <a:rPr b="1" lang="en">
                <a:latin typeface="Montserrat"/>
                <a:ea typeface="Montserrat"/>
                <a:cs typeface="Montserrat"/>
                <a:sym typeface="Montserrat"/>
              </a:rPr>
              <a:t>mặc định </a:t>
            </a:r>
            <a:r>
              <a:rPr b="1" lang="en">
                <a:solidFill>
                  <a:srgbClr val="EFC136"/>
                </a:solidFill>
                <a:latin typeface="Montserrat"/>
                <a:ea typeface="Montserrat"/>
                <a:cs typeface="Montserrat"/>
                <a:sym typeface="Montserrat"/>
              </a:rPr>
              <a:t>kube-scheduler</a:t>
            </a:r>
            <a:endParaRPr b="1">
              <a:latin typeface="Montserrat"/>
              <a:ea typeface="Montserrat"/>
              <a:cs typeface="Montserrat"/>
              <a:sym typeface="Montserrat"/>
            </a:endParaRPr>
          </a:p>
        </p:txBody>
      </p:sp>
      <p:sp>
        <p:nvSpPr>
          <p:cNvPr id="1083" name="Google Shape;1083;p75"/>
          <p:cNvSpPr txBox="1"/>
          <p:nvPr>
            <p:ph idx="2" type="title"/>
          </p:nvPr>
        </p:nvSpPr>
        <p:spPr>
          <a:xfrm>
            <a:off x="2996550" y="101407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FC136"/>
                </a:solidFill>
                <a:latin typeface="Montserrat"/>
                <a:ea typeface="Montserrat"/>
                <a:cs typeface="Montserrat"/>
                <a:sym typeface="Montserrat"/>
              </a:rPr>
              <a:t>II.</a:t>
            </a:r>
            <a:endParaRPr b="1">
              <a:solidFill>
                <a:srgbClr val="EFC136"/>
              </a:solidFill>
              <a:latin typeface="Montserrat"/>
              <a:ea typeface="Montserrat"/>
              <a:cs typeface="Montserrat"/>
              <a:sym typeface="Montserrat"/>
            </a:endParaRPr>
          </a:p>
        </p:txBody>
      </p:sp>
      <p:grpSp>
        <p:nvGrpSpPr>
          <p:cNvPr id="1084" name="Google Shape;1084;p75"/>
          <p:cNvGrpSpPr/>
          <p:nvPr/>
        </p:nvGrpSpPr>
        <p:grpSpPr>
          <a:xfrm rot="-5400000">
            <a:off x="4327887" y="1297743"/>
            <a:ext cx="488225" cy="5350538"/>
            <a:chOff x="6083600" y="3072400"/>
            <a:chExt cx="125125" cy="1371300"/>
          </a:xfrm>
        </p:grpSpPr>
        <p:sp>
          <p:nvSpPr>
            <p:cNvPr id="1085" name="Google Shape;1085;p75"/>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5"/>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5"/>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5"/>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5"/>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5"/>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76"/>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Kubernetes </a:t>
            </a:r>
            <a:r>
              <a:rPr b="1" lang="en">
                <a:solidFill>
                  <a:srgbClr val="EFC136"/>
                </a:solidFill>
                <a:latin typeface="Montserrat"/>
                <a:ea typeface="Montserrat"/>
                <a:cs typeface="Montserrat"/>
                <a:sym typeface="Montserrat"/>
              </a:rPr>
              <a:t>Scheduler</a:t>
            </a:r>
            <a:endParaRPr>
              <a:solidFill>
                <a:srgbClr val="EFC136"/>
              </a:solidFill>
              <a:latin typeface="Montserrat Black"/>
              <a:ea typeface="Montserrat Black"/>
              <a:cs typeface="Montserrat Black"/>
              <a:sym typeface="Montserrat Black"/>
            </a:endParaRPr>
          </a:p>
        </p:txBody>
      </p:sp>
      <p:sp>
        <p:nvSpPr>
          <p:cNvPr id="1096" name="Google Shape;1096;p76"/>
          <p:cNvSpPr txBox="1"/>
          <p:nvPr>
            <p:ph idx="1" type="subTitle"/>
          </p:nvPr>
        </p:nvSpPr>
        <p:spPr>
          <a:xfrm>
            <a:off x="166350" y="860350"/>
            <a:ext cx="4331700" cy="4043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Thành phần </a:t>
            </a:r>
            <a:r>
              <a:rPr b="1" lang="en" sz="1500">
                <a:latin typeface="Montserrat"/>
                <a:ea typeface="Montserrat"/>
                <a:cs typeface="Montserrat"/>
                <a:sym typeface="Montserrat"/>
              </a:rPr>
              <a:t>quan trọng</a:t>
            </a:r>
            <a:r>
              <a:rPr lang="en" sz="1500">
                <a:latin typeface="Montserrat"/>
                <a:ea typeface="Montserrat"/>
                <a:cs typeface="Montserrat"/>
                <a:sym typeface="Montserrat"/>
              </a:rPr>
              <a:t> giúp </a:t>
            </a:r>
            <a:r>
              <a:rPr b="1" lang="en" sz="1500">
                <a:latin typeface="Montserrat"/>
                <a:ea typeface="Montserrat"/>
                <a:cs typeface="Montserrat"/>
                <a:sym typeface="Montserrat"/>
              </a:rPr>
              <a:t>gán</a:t>
            </a:r>
            <a:r>
              <a:rPr lang="en" sz="1500">
                <a:latin typeface="Montserrat"/>
                <a:ea typeface="Montserrat"/>
                <a:cs typeface="Montserrat"/>
                <a:sym typeface="Montserrat"/>
              </a:rPr>
              <a:t> các </a:t>
            </a:r>
            <a:r>
              <a:rPr b="1" lang="en" sz="1500">
                <a:latin typeface="Montserrat"/>
                <a:ea typeface="Montserrat"/>
                <a:cs typeface="Montserrat"/>
                <a:sym typeface="Montserrat"/>
              </a:rPr>
              <a:t>Pods</a:t>
            </a:r>
            <a:r>
              <a:rPr lang="en" sz="1500">
                <a:latin typeface="Montserrat"/>
                <a:ea typeface="Montserrat"/>
                <a:cs typeface="Montserrat"/>
                <a:sym typeface="Montserrat"/>
              </a:rPr>
              <a:t> đến các </a:t>
            </a:r>
            <a:r>
              <a:rPr b="1" lang="en" sz="1500">
                <a:latin typeface="Montserrat"/>
                <a:ea typeface="Montserrat"/>
                <a:cs typeface="Montserrat"/>
                <a:sym typeface="Montserrat"/>
              </a:rPr>
              <a:t>Nodes.</a:t>
            </a:r>
            <a:endParaRPr b="1"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Xem xét </a:t>
            </a:r>
            <a:r>
              <a:rPr b="1" lang="en" sz="1500">
                <a:latin typeface="Montserrat"/>
                <a:ea typeface="Montserrat"/>
                <a:cs typeface="Montserrat"/>
                <a:sym typeface="Montserrat"/>
              </a:rPr>
              <a:t>tài nguyên</a:t>
            </a:r>
            <a:r>
              <a:rPr lang="en" sz="1500">
                <a:latin typeface="Montserrat"/>
                <a:ea typeface="Montserrat"/>
                <a:cs typeface="Montserrat"/>
                <a:sym typeface="Montserrat"/>
              </a:rPr>
              <a:t> như dung lượng Node (CPU, RAM, GPU), nhãn (labels), taint, và yêu cầu của Pod.</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Mục tiêu</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b="1" lang="en" sz="1500">
                <a:latin typeface="Montserrat"/>
                <a:ea typeface="Montserrat"/>
                <a:cs typeface="Montserrat"/>
                <a:sym typeface="Montserrat"/>
              </a:rPr>
              <a:t>Tối đa hóa</a:t>
            </a:r>
            <a:r>
              <a:rPr lang="en" sz="1500">
                <a:latin typeface="Montserrat"/>
                <a:ea typeface="Montserrat"/>
                <a:cs typeface="Montserrat"/>
                <a:sym typeface="Montserrat"/>
              </a:rPr>
              <a:t> sử dụng </a:t>
            </a:r>
            <a:r>
              <a:rPr b="1" lang="en" sz="1500">
                <a:latin typeface="Montserrat"/>
                <a:ea typeface="Montserrat"/>
                <a:cs typeface="Montserrat"/>
                <a:sym typeface="Montserrat"/>
              </a:rPr>
              <a:t>tài nguyên</a:t>
            </a:r>
            <a:endParaRPr b="1"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Đảm bảo </a:t>
            </a:r>
            <a:r>
              <a:rPr b="1" lang="en" sz="1500">
                <a:latin typeface="Montserrat"/>
                <a:ea typeface="Montserrat"/>
                <a:cs typeface="Montserrat"/>
                <a:sym typeface="Montserrat"/>
              </a:rPr>
              <a:t>hiệu suất</a:t>
            </a:r>
            <a:r>
              <a:rPr lang="en" sz="1500">
                <a:latin typeface="Montserrat"/>
                <a:ea typeface="Montserrat"/>
                <a:cs typeface="Montserrat"/>
                <a:sym typeface="Montserrat"/>
              </a:rPr>
              <a:t> ứng dụng và tính </a:t>
            </a:r>
            <a:r>
              <a:rPr b="1" lang="en" sz="1500">
                <a:latin typeface="Montserrat"/>
                <a:ea typeface="Montserrat"/>
                <a:cs typeface="Montserrat"/>
                <a:sym typeface="Montserrat"/>
              </a:rPr>
              <a:t>sẵn sàng</a:t>
            </a:r>
            <a:r>
              <a:rPr lang="en" sz="1500">
                <a:latin typeface="Montserrat"/>
                <a:ea typeface="Montserrat"/>
                <a:cs typeface="Montserrat"/>
                <a:sym typeface="Montserrat"/>
              </a:rPr>
              <a:t> cao.</a:t>
            </a:r>
            <a:endParaRPr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b="1" lang="en" sz="1500">
                <a:latin typeface="Montserrat"/>
                <a:ea typeface="Montserrat"/>
                <a:cs typeface="Montserrat"/>
                <a:sym typeface="Montserrat"/>
              </a:rPr>
              <a:t>Tuân thủ </a:t>
            </a:r>
            <a:r>
              <a:rPr lang="en" sz="1500">
                <a:latin typeface="Montserrat"/>
                <a:ea typeface="Montserrat"/>
                <a:cs typeface="Montserrat"/>
                <a:sym typeface="Montserrat"/>
              </a:rPr>
              <a:t>các </a:t>
            </a:r>
            <a:r>
              <a:rPr b="1" lang="en" sz="1500">
                <a:latin typeface="Montserrat"/>
                <a:ea typeface="Montserrat"/>
                <a:cs typeface="Montserrat"/>
                <a:sym typeface="Montserrat"/>
              </a:rPr>
              <a:t>chính sách</a:t>
            </a:r>
            <a:r>
              <a:rPr lang="en" sz="1500">
                <a:latin typeface="Montserrat"/>
                <a:ea typeface="Montserrat"/>
                <a:cs typeface="Montserrat"/>
                <a:sym typeface="Montserrat"/>
              </a:rPr>
              <a:t> bảo mật, phần cứng, và kinh doanh.</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Mặc định</a:t>
            </a:r>
            <a:r>
              <a:rPr lang="en" sz="1500">
                <a:latin typeface="Montserrat"/>
                <a:ea typeface="Montserrat"/>
                <a:cs typeface="Montserrat"/>
                <a:sym typeface="Montserrat"/>
              </a:rPr>
              <a:t>: </a:t>
            </a:r>
            <a:r>
              <a:rPr b="1" lang="en" sz="1500">
                <a:solidFill>
                  <a:srgbClr val="EFC136"/>
                </a:solidFill>
                <a:latin typeface="Montserrat"/>
                <a:ea typeface="Montserrat"/>
                <a:cs typeface="Montserrat"/>
                <a:sym typeface="Montserrat"/>
              </a:rPr>
              <a:t>kube-scheduler </a:t>
            </a:r>
            <a:endParaRPr b="1" sz="1500">
              <a:solidFill>
                <a:srgbClr val="EFC136"/>
              </a:solidFill>
              <a:latin typeface="Montserrat"/>
              <a:ea typeface="Montserrat"/>
              <a:cs typeface="Montserrat"/>
              <a:sym typeface="Montserrat"/>
            </a:endParaRPr>
          </a:p>
          <a:p>
            <a:pPr indent="0" lvl="0" marL="457200" rtl="0" algn="l">
              <a:lnSpc>
                <a:spcPct val="115000"/>
              </a:lnSpc>
              <a:spcBef>
                <a:spcPts val="0"/>
              </a:spcBef>
              <a:spcAft>
                <a:spcPts val="0"/>
              </a:spcAft>
              <a:buNone/>
            </a:pPr>
            <a:r>
              <a:rPr lang="en" sz="1500">
                <a:latin typeface="Montserrat"/>
                <a:ea typeface="Montserrat"/>
                <a:cs typeface="Montserrat"/>
                <a:sym typeface="Montserrat"/>
              </a:rPr>
              <a:t>(nhưng có thể custom)</a:t>
            </a:r>
            <a:endParaRPr sz="1500">
              <a:latin typeface="Montserrat"/>
              <a:ea typeface="Montserrat"/>
              <a:cs typeface="Montserrat"/>
              <a:sym typeface="Montserrat"/>
            </a:endParaRPr>
          </a:p>
        </p:txBody>
      </p:sp>
      <p:cxnSp>
        <p:nvCxnSpPr>
          <p:cNvPr id="1097" name="Google Shape;1097;p76"/>
          <p:cNvCxnSpPr/>
          <p:nvPr/>
        </p:nvCxnSpPr>
        <p:spPr>
          <a:xfrm>
            <a:off x="501075" y="860350"/>
            <a:ext cx="3359400" cy="0"/>
          </a:xfrm>
          <a:prstGeom prst="straightConnector1">
            <a:avLst/>
          </a:prstGeom>
          <a:noFill/>
          <a:ln cap="flat" cmpd="sng" w="19050">
            <a:solidFill>
              <a:schemeClr val="lt2"/>
            </a:solidFill>
            <a:prstDash val="solid"/>
            <a:round/>
            <a:headEnd len="med" w="med" type="none"/>
            <a:tailEnd len="med" w="med" type="none"/>
          </a:ln>
        </p:spPr>
      </p:cxnSp>
      <p:pic>
        <p:nvPicPr>
          <p:cNvPr id="1098" name="Google Shape;1098;p76"/>
          <p:cNvPicPr preferRelativeResize="0"/>
          <p:nvPr/>
        </p:nvPicPr>
        <p:blipFill>
          <a:blip r:embed="rId3">
            <a:alphaModFix/>
          </a:blip>
          <a:stretch>
            <a:fillRect/>
          </a:stretch>
        </p:blipFill>
        <p:spPr>
          <a:xfrm>
            <a:off x="4503213" y="2665925"/>
            <a:ext cx="4331674" cy="2384975"/>
          </a:xfrm>
          <a:prstGeom prst="rect">
            <a:avLst/>
          </a:prstGeom>
          <a:noFill/>
          <a:ln>
            <a:noFill/>
          </a:ln>
        </p:spPr>
      </p:pic>
      <p:pic>
        <p:nvPicPr>
          <p:cNvPr id="1099" name="Google Shape;1099;p76"/>
          <p:cNvPicPr preferRelativeResize="0"/>
          <p:nvPr/>
        </p:nvPicPr>
        <p:blipFill rotWithShape="1">
          <a:blip r:embed="rId4">
            <a:alphaModFix/>
          </a:blip>
          <a:srcRect b="4264" l="2638" r="2799" t="15729"/>
          <a:stretch/>
        </p:blipFill>
        <p:spPr>
          <a:xfrm>
            <a:off x="5193150" y="877475"/>
            <a:ext cx="2951800" cy="1734074"/>
          </a:xfrm>
          <a:prstGeom prst="rect">
            <a:avLst/>
          </a:prstGeom>
          <a:noFill/>
          <a:ln>
            <a:noFill/>
          </a:ln>
        </p:spPr>
      </p:pic>
      <p:sp>
        <p:nvSpPr>
          <p:cNvPr id="1100" name="Google Shape;1100;p76"/>
          <p:cNvSpPr/>
          <p:nvPr/>
        </p:nvSpPr>
        <p:spPr>
          <a:xfrm>
            <a:off x="6312025" y="1210650"/>
            <a:ext cx="695700" cy="621300"/>
          </a:xfrm>
          <a:prstGeom prst="roundRect">
            <a:avLst>
              <a:gd fmla="val 16667" name="adj"/>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a:ea typeface="Catamaran"/>
              <a:cs typeface="Catamaran"/>
              <a:sym typeface="Catamar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77"/>
          <p:cNvSpPr txBox="1"/>
          <p:nvPr>
            <p:ph type="title"/>
          </p:nvPr>
        </p:nvSpPr>
        <p:spPr>
          <a:xfrm>
            <a:off x="133800" y="82875"/>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200"/>
              <a:t>Quy trình </a:t>
            </a:r>
            <a:r>
              <a:rPr b="1" lang="en" sz="3200">
                <a:latin typeface="Montserrat"/>
                <a:ea typeface="Montserrat"/>
                <a:cs typeface="Montserrat"/>
                <a:sym typeface="Montserrat"/>
              </a:rPr>
              <a:t>lập lịch (</a:t>
            </a:r>
            <a:r>
              <a:rPr b="1" lang="en" sz="3200">
                <a:solidFill>
                  <a:srgbClr val="EFC136"/>
                </a:solidFill>
                <a:latin typeface="Montserrat"/>
                <a:ea typeface="Montserrat"/>
                <a:cs typeface="Montserrat"/>
                <a:sym typeface="Montserrat"/>
              </a:rPr>
              <a:t>kube-scheduler</a:t>
            </a:r>
            <a:r>
              <a:rPr b="1" lang="en" sz="3200">
                <a:latin typeface="Montserrat"/>
                <a:ea typeface="Montserrat"/>
                <a:cs typeface="Montserrat"/>
                <a:sym typeface="Montserrat"/>
              </a:rPr>
              <a:t>)</a:t>
            </a:r>
            <a:endParaRPr b="1" sz="3200">
              <a:latin typeface="Montserrat"/>
              <a:ea typeface="Montserrat"/>
              <a:cs typeface="Montserrat"/>
              <a:sym typeface="Montserrat"/>
            </a:endParaRPr>
          </a:p>
        </p:txBody>
      </p:sp>
      <p:pic>
        <p:nvPicPr>
          <p:cNvPr id="1106" name="Google Shape;1106;p77"/>
          <p:cNvPicPr preferRelativeResize="0"/>
          <p:nvPr/>
        </p:nvPicPr>
        <p:blipFill>
          <a:blip r:embed="rId3">
            <a:alphaModFix/>
          </a:blip>
          <a:stretch>
            <a:fillRect/>
          </a:stretch>
        </p:blipFill>
        <p:spPr>
          <a:xfrm>
            <a:off x="152400" y="617475"/>
            <a:ext cx="8839200" cy="3642557"/>
          </a:xfrm>
          <a:prstGeom prst="rect">
            <a:avLst/>
          </a:prstGeom>
          <a:noFill/>
          <a:ln>
            <a:noFill/>
          </a:ln>
        </p:spPr>
      </p:pic>
      <p:sp>
        <p:nvSpPr>
          <p:cNvPr id="1107" name="Google Shape;1107;p77"/>
          <p:cNvSpPr/>
          <p:nvPr/>
        </p:nvSpPr>
        <p:spPr>
          <a:xfrm rot="-5400000">
            <a:off x="3023775" y="4051525"/>
            <a:ext cx="178200" cy="824100"/>
          </a:xfrm>
          <a:prstGeom prst="leftBrace">
            <a:avLst>
              <a:gd fmla="val 50000" name="adj1"/>
              <a:gd fmla="val 50000" name="adj2"/>
            </a:avLst>
          </a:prstGeom>
          <a:noFill/>
          <a:ln cap="flat" cmpd="sng" w="38100">
            <a:solidFill>
              <a:srgbClr val="14CD9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08" name="Google Shape;1108;p77"/>
          <p:cNvSpPr txBox="1"/>
          <p:nvPr/>
        </p:nvSpPr>
        <p:spPr>
          <a:xfrm>
            <a:off x="2628375"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Filtering</a:t>
            </a:r>
            <a:endParaRPr b="1">
              <a:solidFill>
                <a:schemeClr val="lt1"/>
              </a:solidFill>
              <a:latin typeface="Montserrat"/>
              <a:ea typeface="Montserrat"/>
              <a:cs typeface="Montserrat"/>
              <a:sym typeface="Montserrat"/>
            </a:endParaRPr>
          </a:p>
        </p:txBody>
      </p:sp>
      <p:sp>
        <p:nvSpPr>
          <p:cNvPr id="1109" name="Google Shape;1109;p77"/>
          <p:cNvSpPr/>
          <p:nvPr/>
        </p:nvSpPr>
        <p:spPr>
          <a:xfrm rot="-5400000">
            <a:off x="4547425" y="3814975"/>
            <a:ext cx="178200" cy="1297200"/>
          </a:xfrm>
          <a:prstGeom prst="leftBrace">
            <a:avLst>
              <a:gd fmla="val 50000" name="adj1"/>
              <a:gd fmla="val 50000" name="adj2"/>
            </a:avLst>
          </a:prstGeom>
          <a:noFill/>
          <a:ln cap="flat" cmpd="sng" w="38100">
            <a:solidFill>
              <a:srgbClr val="1FACC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10" name="Google Shape;1110;p77"/>
          <p:cNvSpPr txBox="1"/>
          <p:nvPr/>
        </p:nvSpPr>
        <p:spPr>
          <a:xfrm>
            <a:off x="4201725"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Scoring</a:t>
            </a:r>
            <a:endParaRPr b="1">
              <a:solidFill>
                <a:schemeClr val="lt1"/>
              </a:solidFill>
              <a:latin typeface="Montserrat"/>
              <a:ea typeface="Montserrat"/>
              <a:cs typeface="Montserrat"/>
              <a:sym typeface="Montserrat"/>
            </a:endParaRPr>
          </a:p>
        </p:txBody>
      </p:sp>
      <p:sp>
        <p:nvSpPr>
          <p:cNvPr id="1111" name="Google Shape;1111;p77"/>
          <p:cNvSpPr/>
          <p:nvPr/>
        </p:nvSpPr>
        <p:spPr>
          <a:xfrm rot="-5400000">
            <a:off x="6781125" y="3042325"/>
            <a:ext cx="178200" cy="2842500"/>
          </a:xfrm>
          <a:prstGeom prst="leftBrace">
            <a:avLst>
              <a:gd fmla="val 50000" name="adj1"/>
              <a:gd fmla="val 50000" name="adj2"/>
            </a:avLst>
          </a:prstGeom>
          <a:noFill/>
          <a:ln cap="flat" cmpd="sng" w="38100">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12" name="Google Shape;1112;p77"/>
          <p:cNvSpPr txBox="1"/>
          <p:nvPr/>
        </p:nvSpPr>
        <p:spPr>
          <a:xfrm>
            <a:off x="6452000"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Binding</a:t>
            </a:r>
            <a:endParaRPr b="1">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78"/>
          <p:cNvSpPr txBox="1"/>
          <p:nvPr>
            <p:ph idx="3" type="subTitle"/>
          </p:nvPr>
        </p:nvSpPr>
        <p:spPr>
          <a:xfrm>
            <a:off x="5528675" y="1632302"/>
            <a:ext cx="3300000" cy="10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Node được "đánh dấu" (</a:t>
            </a:r>
            <a:r>
              <a:rPr b="1" lang="en">
                <a:latin typeface="Montserrat"/>
                <a:ea typeface="Montserrat"/>
                <a:cs typeface="Montserrat"/>
                <a:sym typeface="Montserrat"/>
              </a:rPr>
              <a:t>taint</a:t>
            </a:r>
            <a:r>
              <a:rPr lang="en">
                <a:latin typeface="Montserrat"/>
                <a:ea typeface="Montserrat"/>
                <a:cs typeface="Montserrat"/>
                <a:sym typeface="Montserrat"/>
              </a:rPr>
              <a:t>) để </a:t>
            </a:r>
            <a:r>
              <a:rPr b="1" lang="en">
                <a:latin typeface="Montserrat"/>
                <a:ea typeface="Montserrat"/>
                <a:cs typeface="Montserrat"/>
                <a:sym typeface="Montserrat"/>
              </a:rPr>
              <a:t>từ chối Pod</a:t>
            </a:r>
            <a:r>
              <a:rPr lang="en">
                <a:latin typeface="Montserrat"/>
                <a:ea typeface="Montserrat"/>
                <a:cs typeface="Montserrat"/>
                <a:sym typeface="Montserrat"/>
              </a:rPr>
              <a:t>; Pod cần "sự chấp nhận" (</a:t>
            </a:r>
            <a:r>
              <a:rPr b="1" lang="en">
                <a:latin typeface="Montserrat"/>
                <a:ea typeface="Montserrat"/>
                <a:cs typeface="Montserrat"/>
                <a:sym typeface="Montserrat"/>
              </a:rPr>
              <a:t>toleration</a:t>
            </a:r>
            <a:r>
              <a:rPr lang="en">
                <a:latin typeface="Montserrat"/>
                <a:ea typeface="Montserrat"/>
                <a:cs typeface="Montserrat"/>
                <a:sym typeface="Montserrat"/>
              </a:rPr>
              <a:t>) tương ứng để được lập lịch trên Node bị taint.</a:t>
            </a:r>
            <a:endParaRPr>
              <a:latin typeface="Montserrat"/>
              <a:ea typeface="Montserrat"/>
              <a:cs typeface="Montserrat"/>
              <a:sym typeface="Montserrat"/>
            </a:endParaRPr>
          </a:p>
        </p:txBody>
      </p:sp>
      <p:sp>
        <p:nvSpPr>
          <p:cNvPr id="1118" name="Google Shape;1118;p78"/>
          <p:cNvSpPr txBox="1"/>
          <p:nvPr>
            <p:ph idx="5" type="subTitle"/>
          </p:nvPr>
        </p:nvSpPr>
        <p:spPr>
          <a:xfrm>
            <a:off x="5561800" y="3458750"/>
            <a:ext cx="3259800" cy="94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Montserrat"/>
                <a:ea typeface="Montserrat"/>
                <a:cs typeface="Montserrat"/>
                <a:sym typeface="Montserrat"/>
              </a:rPr>
              <a:t>Phân bố đều </a:t>
            </a:r>
            <a:r>
              <a:rPr lang="en">
                <a:latin typeface="Montserrat"/>
                <a:ea typeface="Montserrat"/>
                <a:cs typeface="Montserrat"/>
                <a:sym typeface="Montserrat"/>
              </a:rPr>
              <a:t>các Pod trên các miền (khu vực, vùng, máy chủ) để đ</a:t>
            </a:r>
            <a:r>
              <a:rPr lang="en">
                <a:latin typeface="Montserrat"/>
                <a:ea typeface="Montserrat"/>
                <a:cs typeface="Montserrat"/>
                <a:sym typeface="Montserrat"/>
              </a:rPr>
              <a:t>ảm</a:t>
            </a:r>
            <a:r>
              <a:rPr lang="en">
                <a:latin typeface="Montserrat"/>
                <a:ea typeface="Montserrat"/>
                <a:cs typeface="Montserrat"/>
                <a:sym typeface="Montserrat"/>
              </a:rPr>
              <a:t> bảo tính </a:t>
            </a:r>
            <a:r>
              <a:rPr b="1" lang="en">
                <a:latin typeface="Montserrat"/>
                <a:ea typeface="Montserrat"/>
                <a:cs typeface="Montserrat"/>
                <a:sym typeface="Montserrat"/>
              </a:rPr>
              <a:t>sẵn sàng cao</a:t>
            </a:r>
            <a:r>
              <a:rPr lang="en">
                <a:latin typeface="Montserrat"/>
                <a:ea typeface="Montserrat"/>
                <a:cs typeface="Montserrat"/>
                <a:sym typeface="Montserrat"/>
              </a:rPr>
              <a:t>.</a:t>
            </a:r>
            <a:endParaRPr>
              <a:latin typeface="Montserrat"/>
              <a:ea typeface="Montserrat"/>
              <a:cs typeface="Montserrat"/>
              <a:sym typeface="Montserrat"/>
            </a:endParaRPr>
          </a:p>
        </p:txBody>
      </p:sp>
      <p:sp>
        <p:nvSpPr>
          <p:cNvPr id="1119" name="Google Shape;1119;p78"/>
          <p:cNvSpPr txBox="1"/>
          <p:nvPr>
            <p:ph idx="7" type="subTitle"/>
          </p:nvPr>
        </p:nvSpPr>
        <p:spPr>
          <a:xfrm>
            <a:off x="5528675" y="1289938"/>
            <a:ext cx="33828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Taints &amp; Tolerations</a:t>
            </a:r>
            <a:endParaRPr sz="1900"/>
          </a:p>
        </p:txBody>
      </p:sp>
      <p:sp>
        <p:nvSpPr>
          <p:cNvPr id="1120" name="Google Shape;1120;p78"/>
          <p:cNvSpPr txBox="1"/>
          <p:nvPr>
            <p:ph idx="8" type="subTitle"/>
          </p:nvPr>
        </p:nvSpPr>
        <p:spPr>
          <a:xfrm>
            <a:off x="5561800" y="3116525"/>
            <a:ext cx="3582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Pod </a:t>
            </a:r>
            <a:r>
              <a:rPr lang="en" sz="1900"/>
              <a:t>Topology Spread </a:t>
            </a:r>
            <a:endParaRPr sz="1900"/>
          </a:p>
        </p:txBody>
      </p:sp>
      <p:sp>
        <p:nvSpPr>
          <p:cNvPr id="1121" name="Google Shape;1121;p78"/>
          <p:cNvSpPr txBox="1"/>
          <p:nvPr>
            <p:ph idx="1" type="subTitle"/>
          </p:nvPr>
        </p:nvSpPr>
        <p:spPr>
          <a:xfrm>
            <a:off x="681975" y="1289938"/>
            <a:ext cx="2867100" cy="40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900"/>
              <a:t>Node Selector</a:t>
            </a:r>
            <a:endParaRPr sz="1900"/>
          </a:p>
        </p:txBody>
      </p:sp>
      <p:sp>
        <p:nvSpPr>
          <p:cNvPr id="1122" name="Google Shape;1122;p78"/>
          <p:cNvSpPr txBox="1"/>
          <p:nvPr>
            <p:ph idx="2" type="subTitle"/>
          </p:nvPr>
        </p:nvSpPr>
        <p:spPr>
          <a:xfrm>
            <a:off x="464525" y="1632288"/>
            <a:ext cx="3084300" cy="54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Montserrat"/>
                <a:ea typeface="Montserrat"/>
                <a:cs typeface="Montserrat"/>
                <a:sym typeface="Montserrat"/>
              </a:rPr>
              <a:t>Pod chỉ chạy trên các </a:t>
            </a:r>
            <a:r>
              <a:rPr b="1" lang="en">
                <a:latin typeface="Montserrat"/>
                <a:ea typeface="Montserrat"/>
                <a:cs typeface="Montserrat"/>
                <a:sym typeface="Montserrat"/>
              </a:rPr>
              <a:t>Node</a:t>
            </a:r>
            <a:r>
              <a:rPr lang="en">
                <a:latin typeface="Montserrat"/>
                <a:ea typeface="Montserrat"/>
                <a:cs typeface="Montserrat"/>
                <a:sym typeface="Montserrat"/>
              </a:rPr>
              <a:t> có </a:t>
            </a:r>
            <a:r>
              <a:rPr b="1" lang="en">
                <a:latin typeface="Montserrat"/>
                <a:ea typeface="Montserrat"/>
                <a:cs typeface="Montserrat"/>
                <a:sym typeface="Montserrat"/>
              </a:rPr>
              <a:t>nhãn khớp</a:t>
            </a:r>
            <a:r>
              <a:rPr lang="en">
                <a:latin typeface="Montserrat"/>
                <a:ea typeface="Montserrat"/>
                <a:cs typeface="Montserrat"/>
                <a:sym typeface="Montserrat"/>
              </a:rPr>
              <a:t> (ví dụ: </a:t>
            </a:r>
            <a:r>
              <a:rPr b="1" lang="en">
                <a:latin typeface="Montserrat"/>
                <a:ea typeface="Montserrat"/>
                <a:cs typeface="Montserrat"/>
                <a:sym typeface="Montserrat"/>
              </a:rPr>
              <a:t>disktype: ssd</a:t>
            </a:r>
            <a:r>
              <a:rPr lang="en">
                <a:latin typeface="Montserrat"/>
                <a:ea typeface="Montserrat"/>
                <a:cs typeface="Montserrat"/>
                <a:sym typeface="Montserrat"/>
              </a:rPr>
              <a:t>)</a:t>
            </a:r>
            <a:endParaRPr>
              <a:latin typeface="Montserrat"/>
              <a:ea typeface="Montserrat"/>
              <a:cs typeface="Montserrat"/>
              <a:sym typeface="Montserrat"/>
            </a:endParaRPr>
          </a:p>
        </p:txBody>
      </p:sp>
      <p:sp>
        <p:nvSpPr>
          <p:cNvPr id="1123" name="Google Shape;1123;p78"/>
          <p:cNvSpPr txBox="1"/>
          <p:nvPr>
            <p:ph idx="4" type="subTitle"/>
          </p:nvPr>
        </p:nvSpPr>
        <p:spPr>
          <a:xfrm>
            <a:off x="199475" y="3458750"/>
            <a:ext cx="3382800" cy="94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Montserrat"/>
                <a:ea typeface="Montserrat"/>
                <a:cs typeface="Montserrat"/>
                <a:sym typeface="Montserrat"/>
              </a:rPr>
              <a:t>Các </a:t>
            </a:r>
            <a:r>
              <a:rPr b="1" lang="en">
                <a:latin typeface="Montserrat"/>
                <a:ea typeface="Montserrat"/>
                <a:cs typeface="Montserrat"/>
                <a:sym typeface="Montserrat"/>
              </a:rPr>
              <a:t>quy tắc </a:t>
            </a:r>
            <a:r>
              <a:rPr lang="en">
                <a:latin typeface="Montserrat"/>
                <a:ea typeface="Montserrat"/>
                <a:cs typeface="Montserrat"/>
                <a:sym typeface="Montserrat"/>
              </a:rPr>
              <a:t>chi tiết hơn (bắt buộc/ưu tiên) để chọn Node dựa trên </a:t>
            </a:r>
            <a:r>
              <a:rPr b="1" lang="en">
                <a:latin typeface="Montserrat"/>
                <a:ea typeface="Montserrat"/>
                <a:cs typeface="Montserrat"/>
                <a:sym typeface="Montserrat"/>
              </a:rPr>
              <a:t>nhãn</a:t>
            </a:r>
            <a:r>
              <a:rPr lang="en">
                <a:latin typeface="Montserrat"/>
                <a:ea typeface="Montserrat"/>
                <a:cs typeface="Montserrat"/>
                <a:sym typeface="Montserrat"/>
              </a:rPr>
              <a:t> của </a:t>
            </a:r>
            <a:r>
              <a:rPr b="1" lang="en">
                <a:latin typeface="Montserrat"/>
                <a:ea typeface="Montserrat"/>
                <a:cs typeface="Montserrat"/>
                <a:sym typeface="Montserrat"/>
              </a:rPr>
              <a:t>Node</a:t>
            </a:r>
            <a:r>
              <a:rPr lang="en">
                <a:latin typeface="Montserrat"/>
                <a:ea typeface="Montserrat"/>
                <a:cs typeface="Montserrat"/>
                <a:sym typeface="Montserrat"/>
              </a:rPr>
              <a:t> hoặc </a:t>
            </a:r>
            <a:r>
              <a:rPr b="1" lang="en">
                <a:latin typeface="Montserrat"/>
                <a:ea typeface="Montserrat"/>
                <a:cs typeface="Montserrat"/>
                <a:sym typeface="Montserrat"/>
              </a:rPr>
              <a:t>nhãn</a:t>
            </a:r>
            <a:r>
              <a:rPr lang="en">
                <a:latin typeface="Montserrat"/>
                <a:ea typeface="Montserrat"/>
                <a:cs typeface="Montserrat"/>
                <a:sym typeface="Montserrat"/>
              </a:rPr>
              <a:t> của các </a:t>
            </a:r>
            <a:r>
              <a:rPr b="1" lang="en">
                <a:latin typeface="Montserrat"/>
                <a:ea typeface="Montserrat"/>
                <a:cs typeface="Montserrat"/>
                <a:sym typeface="Montserrat"/>
              </a:rPr>
              <a:t>Pod</a:t>
            </a:r>
            <a:r>
              <a:rPr lang="en">
                <a:latin typeface="Montserrat"/>
                <a:ea typeface="Montserrat"/>
                <a:cs typeface="Montserrat"/>
                <a:sym typeface="Montserrat"/>
              </a:rPr>
              <a:t> khác.</a:t>
            </a:r>
            <a:endParaRPr>
              <a:latin typeface="Montserrat"/>
              <a:ea typeface="Montserrat"/>
              <a:cs typeface="Montserrat"/>
              <a:sym typeface="Montserrat"/>
            </a:endParaRPr>
          </a:p>
        </p:txBody>
      </p:sp>
      <p:sp>
        <p:nvSpPr>
          <p:cNvPr id="1124" name="Google Shape;1124;p78"/>
          <p:cNvSpPr txBox="1"/>
          <p:nvPr>
            <p:ph idx="6" type="subTitle"/>
          </p:nvPr>
        </p:nvSpPr>
        <p:spPr>
          <a:xfrm>
            <a:off x="91800" y="3065950"/>
            <a:ext cx="3490500" cy="45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900"/>
              <a:t>Node Affinity/Anti-Affinity</a:t>
            </a:r>
            <a:endParaRPr sz="1900"/>
          </a:p>
        </p:txBody>
      </p:sp>
      <p:sp>
        <p:nvSpPr>
          <p:cNvPr id="1125" name="Google Shape;1125;p78"/>
          <p:cNvSpPr txBox="1"/>
          <p:nvPr>
            <p:ph type="title"/>
          </p:nvPr>
        </p:nvSpPr>
        <p:spPr>
          <a:xfrm>
            <a:off x="720000" y="2379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Cơ chế </a:t>
            </a:r>
            <a:r>
              <a:rPr b="1" lang="en">
                <a:latin typeface="Montserrat"/>
                <a:ea typeface="Montserrat"/>
                <a:cs typeface="Montserrat"/>
                <a:sym typeface="Montserrat"/>
              </a:rPr>
              <a:t>kiểm soát</a:t>
            </a:r>
            <a:endParaRPr b="1">
              <a:latin typeface="Montserrat"/>
              <a:ea typeface="Montserrat"/>
              <a:cs typeface="Montserrat"/>
              <a:sym typeface="Montserrat"/>
            </a:endParaRPr>
          </a:p>
        </p:txBody>
      </p:sp>
      <p:grpSp>
        <p:nvGrpSpPr>
          <p:cNvPr id="1126" name="Google Shape;1126;p78"/>
          <p:cNvGrpSpPr/>
          <p:nvPr/>
        </p:nvGrpSpPr>
        <p:grpSpPr>
          <a:xfrm>
            <a:off x="3618750" y="1415408"/>
            <a:ext cx="580200" cy="651600"/>
            <a:chOff x="3651875" y="1990395"/>
            <a:chExt cx="580200" cy="651600"/>
          </a:xfrm>
        </p:grpSpPr>
        <p:sp>
          <p:nvSpPr>
            <p:cNvPr id="1127" name="Google Shape;1127;p78"/>
            <p:cNvSpPr/>
            <p:nvPr/>
          </p:nvSpPr>
          <p:spPr>
            <a:xfrm>
              <a:off x="3651875" y="1990395"/>
              <a:ext cx="580200" cy="6516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8" name="Google Shape;1128;p78"/>
            <p:cNvGrpSpPr/>
            <p:nvPr/>
          </p:nvGrpSpPr>
          <p:grpSpPr>
            <a:xfrm>
              <a:off x="3761755" y="2242623"/>
              <a:ext cx="370225" cy="268965"/>
              <a:chOff x="3256300" y="3271975"/>
              <a:chExt cx="345875" cy="251275"/>
            </a:xfrm>
          </p:grpSpPr>
          <p:sp>
            <p:nvSpPr>
              <p:cNvPr id="1129" name="Google Shape;1129;p78"/>
              <p:cNvSpPr/>
              <p:nvPr/>
            </p:nvSpPr>
            <p:spPr>
              <a:xfrm>
                <a:off x="3256300" y="3271975"/>
                <a:ext cx="345875" cy="251275"/>
              </a:xfrm>
              <a:custGeom>
                <a:rect b="b" l="l" r="r" t="t"/>
                <a:pathLst>
                  <a:path extrusionOk="0" h="10051" w="13835">
                    <a:moveTo>
                      <a:pt x="13432" y="434"/>
                    </a:moveTo>
                    <a:lnTo>
                      <a:pt x="13432" y="1985"/>
                    </a:lnTo>
                    <a:lnTo>
                      <a:pt x="11726" y="1985"/>
                    </a:lnTo>
                    <a:lnTo>
                      <a:pt x="11726" y="434"/>
                    </a:lnTo>
                    <a:close/>
                    <a:moveTo>
                      <a:pt x="4219" y="3412"/>
                    </a:moveTo>
                    <a:lnTo>
                      <a:pt x="4219" y="4064"/>
                    </a:lnTo>
                    <a:lnTo>
                      <a:pt x="2079" y="4064"/>
                    </a:lnTo>
                    <a:lnTo>
                      <a:pt x="2079" y="3412"/>
                    </a:lnTo>
                    <a:close/>
                    <a:moveTo>
                      <a:pt x="4653" y="4498"/>
                    </a:moveTo>
                    <a:lnTo>
                      <a:pt x="4653" y="9647"/>
                    </a:lnTo>
                    <a:lnTo>
                      <a:pt x="1675" y="9647"/>
                    </a:lnTo>
                    <a:lnTo>
                      <a:pt x="1675" y="4498"/>
                    </a:lnTo>
                    <a:close/>
                    <a:moveTo>
                      <a:pt x="7104" y="5584"/>
                    </a:moveTo>
                    <a:lnTo>
                      <a:pt x="7104" y="9647"/>
                    </a:lnTo>
                    <a:lnTo>
                      <a:pt x="5025" y="9647"/>
                    </a:lnTo>
                    <a:lnTo>
                      <a:pt x="5025" y="5584"/>
                    </a:lnTo>
                    <a:close/>
                    <a:moveTo>
                      <a:pt x="3195" y="0"/>
                    </a:moveTo>
                    <a:cubicBezTo>
                      <a:pt x="3009" y="62"/>
                      <a:pt x="3009" y="310"/>
                      <a:pt x="3195" y="372"/>
                    </a:cubicBezTo>
                    <a:lnTo>
                      <a:pt x="11322" y="372"/>
                    </a:lnTo>
                    <a:lnTo>
                      <a:pt x="11322" y="1985"/>
                    </a:lnTo>
                    <a:lnTo>
                      <a:pt x="434" y="1985"/>
                    </a:lnTo>
                    <a:lnTo>
                      <a:pt x="434" y="403"/>
                    </a:lnTo>
                    <a:lnTo>
                      <a:pt x="2203" y="403"/>
                    </a:lnTo>
                    <a:cubicBezTo>
                      <a:pt x="2389" y="341"/>
                      <a:pt x="2389" y="62"/>
                      <a:pt x="2203" y="31"/>
                    </a:cubicBezTo>
                    <a:lnTo>
                      <a:pt x="217" y="31"/>
                    </a:lnTo>
                    <a:cubicBezTo>
                      <a:pt x="93" y="31"/>
                      <a:pt x="0" y="93"/>
                      <a:pt x="0" y="217"/>
                    </a:cubicBezTo>
                    <a:lnTo>
                      <a:pt x="0" y="9864"/>
                    </a:lnTo>
                    <a:cubicBezTo>
                      <a:pt x="0" y="9957"/>
                      <a:pt x="93" y="10050"/>
                      <a:pt x="217" y="10050"/>
                    </a:cubicBezTo>
                    <a:lnTo>
                      <a:pt x="13618" y="10050"/>
                    </a:lnTo>
                    <a:cubicBezTo>
                      <a:pt x="13742" y="10050"/>
                      <a:pt x="13835" y="9957"/>
                      <a:pt x="13835" y="9864"/>
                    </a:cubicBezTo>
                    <a:lnTo>
                      <a:pt x="13835" y="8561"/>
                    </a:lnTo>
                    <a:cubicBezTo>
                      <a:pt x="13819" y="8437"/>
                      <a:pt x="13726" y="8375"/>
                      <a:pt x="13633" y="8375"/>
                    </a:cubicBezTo>
                    <a:cubicBezTo>
                      <a:pt x="13540" y="8375"/>
                      <a:pt x="13447" y="8437"/>
                      <a:pt x="13432" y="8561"/>
                    </a:cubicBezTo>
                    <a:lnTo>
                      <a:pt x="13432" y="9647"/>
                    </a:lnTo>
                    <a:lnTo>
                      <a:pt x="7507" y="9647"/>
                    </a:lnTo>
                    <a:lnTo>
                      <a:pt x="7507" y="5398"/>
                    </a:lnTo>
                    <a:cubicBezTo>
                      <a:pt x="7507" y="5273"/>
                      <a:pt x="7414" y="5180"/>
                      <a:pt x="7321" y="5180"/>
                    </a:cubicBezTo>
                    <a:lnTo>
                      <a:pt x="5025" y="5180"/>
                    </a:lnTo>
                    <a:lnTo>
                      <a:pt x="5025" y="4281"/>
                    </a:lnTo>
                    <a:cubicBezTo>
                      <a:pt x="5025" y="4157"/>
                      <a:pt x="4932" y="4064"/>
                      <a:pt x="4839" y="4064"/>
                    </a:cubicBezTo>
                    <a:lnTo>
                      <a:pt x="4622" y="4064"/>
                    </a:lnTo>
                    <a:lnTo>
                      <a:pt x="4622" y="3226"/>
                    </a:lnTo>
                    <a:cubicBezTo>
                      <a:pt x="4622" y="3102"/>
                      <a:pt x="4529" y="3009"/>
                      <a:pt x="4405" y="3009"/>
                    </a:cubicBezTo>
                    <a:lnTo>
                      <a:pt x="1892" y="3009"/>
                    </a:lnTo>
                    <a:cubicBezTo>
                      <a:pt x="1768" y="3009"/>
                      <a:pt x="1675" y="3102"/>
                      <a:pt x="1675" y="3226"/>
                    </a:cubicBezTo>
                    <a:lnTo>
                      <a:pt x="1675" y="4064"/>
                    </a:lnTo>
                    <a:lnTo>
                      <a:pt x="1458" y="4064"/>
                    </a:lnTo>
                    <a:cubicBezTo>
                      <a:pt x="1365" y="4064"/>
                      <a:pt x="1272" y="4157"/>
                      <a:pt x="1272" y="4281"/>
                    </a:cubicBezTo>
                    <a:lnTo>
                      <a:pt x="1272" y="9647"/>
                    </a:lnTo>
                    <a:lnTo>
                      <a:pt x="434" y="9647"/>
                    </a:lnTo>
                    <a:lnTo>
                      <a:pt x="434" y="2358"/>
                    </a:lnTo>
                    <a:lnTo>
                      <a:pt x="13432" y="2358"/>
                    </a:lnTo>
                    <a:lnTo>
                      <a:pt x="13432" y="7507"/>
                    </a:lnTo>
                    <a:cubicBezTo>
                      <a:pt x="13447" y="7615"/>
                      <a:pt x="13540" y="7670"/>
                      <a:pt x="13633" y="7670"/>
                    </a:cubicBezTo>
                    <a:cubicBezTo>
                      <a:pt x="13726" y="7670"/>
                      <a:pt x="13819" y="7615"/>
                      <a:pt x="13835" y="7507"/>
                    </a:cubicBezTo>
                    <a:lnTo>
                      <a:pt x="13835" y="186"/>
                    </a:lnTo>
                    <a:cubicBezTo>
                      <a:pt x="13835" y="62"/>
                      <a:pt x="13742" y="0"/>
                      <a:pt x="13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8"/>
              <p:cNvSpPr/>
              <p:nvPr/>
            </p:nvSpPr>
            <p:spPr>
              <a:xfrm>
                <a:off x="3279550" y="3296775"/>
                <a:ext cx="236550" cy="10125"/>
              </a:xfrm>
              <a:custGeom>
                <a:rect b="b" l="l" r="r" t="t"/>
                <a:pathLst>
                  <a:path extrusionOk="0" h="405" w="9462">
                    <a:moveTo>
                      <a:pt x="218" y="1"/>
                    </a:moveTo>
                    <a:cubicBezTo>
                      <a:pt x="94" y="1"/>
                      <a:pt x="1" y="94"/>
                      <a:pt x="32" y="218"/>
                    </a:cubicBezTo>
                    <a:cubicBezTo>
                      <a:pt x="32" y="311"/>
                      <a:pt x="94" y="404"/>
                      <a:pt x="218" y="404"/>
                    </a:cubicBezTo>
                    <a:lnTo>
                      <a:pt x="9214" y="404"/>
                    </a:lnTo>
                    <a:cubicBezTo>
                      <a:pt x="9462" y="373"/>
                      <a:pt x="9462" y="32"/>
                      <a:pt x="9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8"/>
              <p:cNvSpPr/>
              <p:nvPr/>
            </p:nvSpPr>
            <p:spPr>
              <a:xfrm>
                <a:off x="3554625" y="3287950"/>
                <a:ext cx="31750" cy="27675"/>
              </a:xfrm>
              <a:custGeom>
                <a:rect b="b" l="l" r="r" t="t"/>
                <a:pathLst>
                  <a:path extrusionOk="0" h="1107" w="1270">
                    <a:moveTo>
                      <a:pt x="296" y="0"/>
                    </a:moveTo>
                    <a:cubicBezTo>
                      <a:pt x="139" y="0"/>
                      <a:pt x="0" y="213"/>
                      <a:pt x="165" y="354"/>
                    </a:cubicBezTo>
                    <a:lnTo>
                      <a:pt x="351" y="571"/>
                    </a:lnTo>
                    <a:lnTo>
                      <a:pt x="165" y="757"/>
                    </a:lnTo>
                    <a:cubicBezTo>
                      <a:pt x="72" y="850"/>
                      <a:pt x="72" y="974"/>
                      <a:pt x="165" y="1036"/>
                    </a:cubicBezTo>
                    <a:cubicBezTo>
                      <a:pt x="196" y="1083"/>
                      <a:pt x="242" y="1106"/>
                      <a:pt x="293" y="1106"/>
                    </a:cubicBezTo>
                    <a:cubicBezTo>
                      <a:pt x="343" y="1106"/>
                      <a:pt x="397" y="1083"/>
                      <a:pt x="444" y="1036"/>
                    </a:cubicBezTo>
                    <a:lnTo>
                      <a:pt x="630" y="850"/>
                    </a:lnTo>
                    <a:lnTo>
                      <a:pt x="847" y="1036"/>
                    </a:lnTo>
                    <a:cubicBezTo>
                      <a:pt x="890" y="1079"/>
                      <a:pt x="939" y="1098"/>
                      <a:pt x="985" y="1098"/>
                    </a:cubicBezTo>
                    <a:cubicBezTo>
                      <a:pt x="1138" y="1098"/>
                      <a:pt x="1269" y="900"/>
                      <a:pt x="1126" y="757"/>
                    </a:cubicBezTo>
                    <a:lnTo>
                      <a:pt x="940" y="571"/>
                    </a:lnTo>
                    <a:lnTo>
                      <a:pt x="1126" y="354"/>
                    </a:lnTo>
                    <a:cubicBezTo>
                      <a:pt x="1267" y="213"/>
                      <a:pt x="1141" y="0"/>
                      <a:pt x="991" y="0"/>
                    </a:cubicBezTo>
                    <a:cubicBezTo>
                      <a:pt x="943" y="0"/>
                      <a:pt x="892" y="22"/>
                      <a:pt x="847" y="75"/>
                    </a:cubicBezTo>
                    <a:lnTo>
                      <a:pt x="630" y="261"/>
                    </a:lnTo>
                    <a:lnTo>
                      <a:pt x="444" y="75"/>
                    </a:lnTo>
                    <a:cubicBezTo>
                      <a:pt x="399" y="22"/>
                      <a:pt x="347" y="0"/>
                      <a:pt x="2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8"/>
              <p:cNvSpPr/>
              <p:nvPr/>
            </p:nvSpPr>
            <p:spPr>
              <a:xfrm>
                <a:off x="3474200" y="3453425"/>
                <a:ext cx="98525" cy="38025"/>
              </a:xfrm>
              <a:custGeom>
                <a:rect b="b" l="l" r="r" t="t"/>
                <a:pathLst>
                  <a:path extrusionOk="0" h="1521" w="3941">
                    <a:moveTo>
                      <a:pt x="3568" y="404"/>
                    </a:moveTo>
                    <a:lnTo>
                      <a:pt x="3568" y="1117"/>
                    </a:lnTo>
                    <a:lnTo>
                      <a:pt x="404" y="1117"/>
                    </a:lnTo>
                    <a:lnTo>
                      <a:pt x="404" y="404"/>
                    </a:lnTo>
                    <a:close/>
                    <a:moveTo>
                      <a:pt x="187" y="1"/>
                    </a:moveTo>
                    <a:cubicBezTo>
                      <a:pt x="94" y="1"/>
                      <a:pt x="1" y="94"/>
                      <a:pt x="1" y="187"/>
                    </a:cubicBezTo>
                    <a:lnTo>
                      <a:pt x="1" y="1303"/>
                    </a:lnTo>
                    <a:cubicBezTo>
                      <a:pt x="1" y="1428"/>
                      <a:pt x="94" y="1521"/>
                      <a:pt x="218" y="1521"/>
                    </a:cubicBezTo>
                    <a:lnTo>
                      <a:pt x="3754" y="1521"/>
                    </a:lnTo>
                    <a:cubicBezTo>
                      <a:pt x="3847" y="1521"/>
                      <a:pt x="3940" y="1428"/>
                      <a:pt x="3940" y="1303"/>
                    </a:cubicBezTo>
                    <a:lnTo>
                      <a:pt x="3940" y="187"/>
                    </a:lnTo>
                    <a:cubicBezTo>
                      <a:pt x="3940" y="94"/>
                      <a:pt x="3847" y="1"/>
                      <a:pt x="37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8"/>
              <p:cNvSpPr/>
              <p:nvPr/>
            </p:nvSpPr>
            <p:spPr>
              <a:xfrm>
                <a:off x="3474200" y="3354175"/>
                <a:ext cx="98525" cy="10100"/>
              </a:xfrm>
              <a:custGeom>
                <a:rect b="b" l="l" r="r" t="t"/>
                <a:pathLst>
                  <a:path extrusionOk="0" h="404" w="3941">
                    <a:moveTo>
                      <a:pt x="218" y="0"/>
                    </a:moveTo>
                    <a:cubicBezTo>
                      <a:pt x="1" y="62"/>
                      <a:pt x="1" y="341"/>
                      <a:pt x="218" y="403"/>
                    </a:cubicBezTo>
                    <a:lnTo>
                      <a:pt x="3754" y="403"/>
                    </a:lnTo>
                    <a:cubicBezTo>
                      <a:pt x="3940" y="341"/>
                      <a:pt x="3940" y="62"/>
                      <a:pt x="37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8"/>
              <p:cNvSpPr/>
              <p:nvPr/>
            </p:nvSpPr>
            <p:spPr>
              <a:xfrm>
                <a:off x="3473425" y="3387525"/>
                <a:ext cx="100075" cy="10100"/>
              </a:xfrm>
              <a:custGeom>
                <a:rect b="b" l="l" r="r" t="t"/>
                <a:pathLst>
                  <a:path extrusionOk="0" h="404" w="4003">
                    <a:moveTo>
                      <a:pt x="249" y="0"/>
                    </a:moveTo>
                    <a:cubicBezTo>
                      <a:pt x="1" y="31"/>
                      <a:pt x="1" y="372"/>
                      <a:pt x="249" y="403"/>
                    </a:cubicBezTo>
                    <a:lnTo>
                      <a:pt x="3785" y="403"/>
                    </a:lnTo>
                    <a:cubicBezTo>
                      <a:pt x="4002" y="372"/>
                      <a:pt x="4002" y="31"/>
                      <a:pt x="37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8"/>
              <p:cNvSpPr/>
              <p:nvPr/>
            </p:nvSpPr>
            <p:spPr>
              <a:xfrm>
                <a:off x="3473425" y="3420850"/>
                <a:ext cx="62850" cy="10125"/>
              </a:xfrm>
              <a:custGeom>
                <a:rect b="b" l="l" r="r" t="t"/>
                <a:pathLst>
                  <a:path extrusionOk="0" h="405" w="2514">
                    <a:moveTo>
                      <a:pt x="249" y="1"/>
                    </a:moveTo>
                    <a:cubicBezTo>
                      <a:pt x="1" y="32"/>
                      <a:pt x="1" y="373"/>
                      <a:pt x="249" y="404"/>
                    </a:cubicBezTo>
                    <a:lnTo>
                      <a:pt x="2296" y="404"/>
                    </a:lnTo>
                    <a:cubicBezTo>
                      <a:pt x="2513" y="373"/>
                      <a:pt x="2513" y="32"/>
                      <a:pt x="22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8"/>
              <p:cNvSpPr/>
              <p:nvPr/>
            </p:nvSpPr>
            <p:spPr>
              <a:xfrm>
                <a:off x="3315225" y="3398225"/>
                <a:ext cx="10875" cy="19750"/>
              </a:xfrm>
              <a:custGeom>
                <a:rect b="b" l="l" r="r" t="t"/>
                <a:pathLst>
                  <a:path extrusionOk="0" h="790" w="435">
                    <a:moveTo>
                      <a:pt x="171" y="0"/>
                    </a:moveTo>
                    <a:cubicBezTo>
                      <a:pt x="71" y="0"/>
                      <a:pt x="1" y="85"/>
                      <a:pt x="1" y="192"/>
                    </a:cubicBezTo>
                    <a:lnTo>
                      <a:pt x="1" y="627"/>
                    </a:lnTo>
                    <a:cubicBezTo>
                      <a:pt x="16" y="735"/>
                      <a:pt x="109" y="790"/>
                      <a:pt x="206" y="790"/>
                    </a:cubicBezTo>
                    <a:cubicBezTo>
                      <a:pt x="303" y="790"/>
                      <a:pt x="404" y="735"/>
                      <a:pt x="435" y="627"/>
                    </a:cubicBezTo>
                    <a:lnTo>
                      <a:pt x="435" y="192"/>
                    </a:lnTo>
                    <a:cubicBezTo>
                      <a:pt x="435" y="68"/>
                      <a:pt x="342" y="6"/>
                      <a:pt x="218" y="6"/>
                    </a:cubicBezTo>
                    <a:cubicBezTo>
                      <a:pt x="202" y="2"/>
                      <a:pt x="186" y="0"/>
                      <a:pt x="1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8"/>
              <p:cNvSpPr/>
              <p:nvPr/>
            </p:nvSpPr>
            <p:spPr>
              <a:xfrm>
                <a:off x="3344700" y="3398375"/>
                <a:ext cx="10100" cy="19025"/>
              </a:xfrm>
              <a:custGeom>
                <a:rect b="b" l="l" r="r" t="t"/>
                <a:pathLst>
                  <a:path extrusionOk="0" h="761" w="404">
                    <a:moveTo>
                      <a:pt x="187" y="0"/>
                    </a:moveTo>
                    <a:cubicBezTo>
                      <a:pt x="192" y="0"/>
                      <a:pt x="197" y="0"/>
                      <a:pt x="202" y="1"/>
                    </a:cubicBezTo>
                    <a:lnTo>
                      <a:pt x="202" y="1"/>
                    </a:lnTo>
                    <a:cubicBezTo>
                      <a:pt x="207" y="0"/>
                      <a:pt x="212" y="0"/>
                      <a:pt x="218" y="0"/>
                    </a:cubicBezTo>
                    <a:close/>
                    <a:moveTo>
                      <a:pt x="202" y="1"/>
                    </a:moveTo>
                    <a:cubicBezTo>
                      <a:pt x="86" y="6"/>
                      <a:pt x="0" y="68"/>
                      <a:pt x="0" y="186"/>
                    </a:cubicBezTo>
                    <a:lnTo>
                      <a:pt x="0" y="621"/>
                    </a:lnTo>
                    <a:cubicBezTo>
                      <a:pt x="31" y="714"/>
                      <a:pt x="117" y="760"/>
                      <a:pt x="202" y="760"/>
                    </a:cubicBezTo>
                    <a:cubicBezTo>
                      <a:pt x="287" y="760"/>
                      <a:pt x="373" y="714"/>
                      <a:pt x="404" y="621"/>
                    </a:cubicBezTo>
                    <a:lnTo>
                      <a:pt x="404" y="186"/>
                    </a:lnTo>
                    <a:cubicBezTo>
                      <a:pt x="404" y="68"/>
                      <a:pt x="318" y="6"/>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8"/>
              <p:cNvSpPr/>
              <p:nvPr/>
            </p:nvSpPr>
            <p:spPr>
              <a:xfrm>
                <a:off x="3315225" y="3437925"/>
                <a:ext cx="10875" cy="20175"/>
              </a:xfrm>
              <a:custGeom>
                <a:rect b="b" l="l" r="r" t="t"/>
                <a:pathLst>
                  <a:path extrusionOk="0" h="807" w="435">
                    <a:moveTo>
                      <a:pt x="218" y="0"/>
                    </a:moveTo>
                    <a:cubicBezTo>
                      <a:pt x="94" y="0"/>
                      <a:pt x="1" y="93"/>
                      <a:pt x="1" y="186"/>
                    </a:cubicBezTo>
                    <a:lnTo>
                      <a:pt x="1" y="621"/>
                    </a:lnTo>
                    <a:cubicBezTo>
                      <a:pt x="16" y="745"/>
                      <a:pt x="109" y="807"/>
                      <a:pt x="206" y="807"/>
                    </a:cubicBezTo>
                    <a:cubicBezTo>
                      <a:pt x="303" y="807"/>
                      <a:pt x="404" y="745"/>
                      <a:pt x="435" y="621"/>
                    </a:cubicBezTo>
                    <a:lnTo>
                      <a:pt x="435" y="186"/>
                    </a:lnTo>
                    <a:cubicBezTo>
                      <a:pt x="435" y="93"/>
                      <a:pt x="342"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8"/>
              <p:cNvSpPr/>
              <p:nvPr/>
            </p:nvSpPr>
            <p:spPr>
              <a:xfrm>
                <a:off x="3344700" y="3437925"/>
                <a:ext cx="10100" cy="19025"/>
              </a:xfrm>
              <a:custGeom>
                <a:rect b="b" l="l" r="r" t="t"/>
                <a:pathLst>
                  <a:path extrusionOk="0" h="761" w="404">
                    <a:moveTo>
                      <a:pt x="218" y="0"/>
                    </a:moveTo>
                    <a:cubicBezTo>
                      <a:pt x="93" y="0"/>
                      <a:pt x="0" y="93"/>
                      <a:pt x="0" y="186"/>
                    </a:cubicBezTo>
                    <a:lnTo>
                      <a:pt x="0" y="621"/>
                    </a:lnTo>
                    <a:cubicBezTo>
                      <a:pt x="31" y="714"/>
                      <a:pt x="117" y="760"/>
                      <a:pt x="202" y="760"/>
                    </a:cubicBezTo>
                    <a:cubicBezTo>
                      <a:pt x="287" y="760"/>
                      <a:pt x="373" y="714"/>
                      <a:pt x="404" y="621"/>
                    </a:cubicBezTo>
                    <a:lnTo>
                      <a:pt x="404" y="186"/>
                    </a:lnTo>
                    <a:cubicBezTo>
                      <a:pt x="404" y="93"/>
                      <a:pt x="311"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8"/>
              <p:cNvSpPr/>
              <p:nvPr/>
            </p:nvSpPr>
            <p:spPr>
              <a:xfrm>
                <a:off x="3315225" y="3478250"/>
                <a:ext cx="10875" cy="20175"/>
              </a:xfrm>
              <a:custGeom>
                <a:rect b="b" l="l" r="r" t="t"/>
                <a:pathLst>
                  <a:path extrusionOk="0" h="807" w="435">
                    <a:moveTo>
                      <a:pt x="218" y="0"/>
                    </a:moveTo>
                    <a:cubicBezTo>
                      <a:pt x="94" y="0"/>
                      <a:pt x="1" y="93"/>
                      <a:pt x="1" y="186"/>
                    </a:cubicBezTo>
                    <a:lnTo>
                      <a:pt x="1" y="621"/>
                    </a:lnTo>
                    <a:cubicBezTo>
                      <a:pt x="16" y="745"/>
                      <a:pt x="109" y="807"/>
                      <a:pt x="206" y="807"/>
                    </a:cubicBezTo>
                    <a:cubicBezTo>
                      <a:pt x="303" y="807"/>
                      <a:pt x="404" y="745"/>
                      <a:pt x="435" y="621"/>
                    </a:cubicBezTo>
                    <a:lnTo>
                      <a:pt x="435" y="186"/>
                    </a:lnTo>
                    <a:cubicBezTo>
                      <a:pt x="404" y="93"/>
                      <a:pt x="342"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8"/>
              <p:cNvSpPr/>
              <p:nvPr/>
            </p:nvSpPr>
            <p:spPr>
              <a:xfrm>
                <a:off x="3344700" y="3478250"/>
                <a:ext cx="10100" cy="19025"/>
              </a:xfrm>
              <a:custGeom>
                <a:rect b="b" l="l" r="r" t="t"/>
                <a:pathLst>
                  <a:path extrusionOk="0" h="761" w="404">
                    <a:moveTo>
                      <a:pt x="187" y="0"/>
                    </a:moveTo>
                    <a:cubicBezTo>
                      <a:pt x="192" y="0"/>
                      <a:pt x="197" y="0"/>
                      <a:pt x="202" y="1"/>
                    </a:cubicBezTo>
                    <a:lnTo>
                      <a:pt x="202" y="1"/>
                    </a:lnTo>
                    <a:cubicBezTo>
                      <a:pt x="207" y="0"/>
                      <a:pt x="212" y="0"/>
                      <a:pt x="218" y="0"/>
                    </a:cubicBezTo>
                    <a:close/>
                    <a:moveTo>
                      <a:pt x="202" y="1"/>
                    </a:moveTo>
                    <a:cubicBezTo>
                      <a:pt x="86" y="8"/>
                      <a:pt x="0" y="97"/>
                      <a:pt x="0" y="186"/>
                    </a:cubicBezTo>
                    <a:lnTo>
                      <a:pt x="0" y="621"/>
                    </a:lnTo>
                    <a:cubicBezTo>
                      <a:pt x="31" y="714"/>
                      <a:pt x="117" y="760"/>
                      <a:pt x="202" y="760"/>
                    </a:cubicBezTo>
                    <a:cubicBezTo>
                      <a:pt x="287" y="760"/>
                      <a:pt x="373" y="714"/>
                      <a:pt x="404" y="621"/>
                    </a:cubicBezTo>
                    <a:lnTo>
                      <a:pt x="404" y="186"/>
                    </a:lnTo>
                    <a:cubicBezTo>
                      <a:pt x="404" y="97"/>
                      <a:pt x="318" y="8"/>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8"/>
              <p:cNvSpPr/>
              <p:nvPr/>
            </p:nvSpPr>
            <p:spPr>
              <a:xfrm>
                <a:off x="3398200" y="3484450"/>
                <a:ext cx="20200" cy="10100"/>
              </a:xfrm>
              <a:custGeom>
                <a:rect b="b" l="l" r="r" t="t"/>
                <a:pathLst>
                  <a:path extrusionOk="0" h="404" w="808">
                    <a:moveTo>
                      <a:pt x="187" y="0"/>
                    </a:moveTo>
                    <a:cubicBezTo>
                      <a:pt x="1" y="62"/>
                      <a:pt x="1" y="342"/>
                      <a:pt x="187" y="404"/>
                    </a:cubicBezTo>
                    <a:lnTo>
                      <a:pt x="621" y="404"/>
                    </a:lnTo>
                    <a:cubicBezTo>
                      <a:pt x="807" y="342"/>
                      <a:pt x="807" y="62"/>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8"/>
              <p:cNvSpPr/>
              <p:nvPr/>
            </p:nvSpPr>
            <p:spPr>
              <a:xfrm>
                <a:off x="3398200" y="3457300"/>
                <a:ext cx="20200" cy="9325"/>
              </a:xfrm>
              <a:custGeom>
                <a:rect b="b" l="l" r="r" t="t"/>
                <a:pathLst>
                  <a:path extrusionOk="0" h="373" w="808">
                    <a:moveTo>
                      <a:pt x="187" y="1"/>
                    </a:moveTo>
                    <a:cubicBezTo>
                      <a:pt x="1" y="32"/>
                      <a:pt x="1" y="311"/>
                      <a:pt x="187" y="373"/>
                    </a:cubicBezTo>
                    <a:lnTo>
                      <a:pt x="621" y="373"/>
                    </a:lnTo>
                    <a:cubicBezTo>
                      <a:pt x="807" y="311"/>
                      <a:pt x="807" y="32"/>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8"/>
              <p:cNvSpPr/>
              <p:nvPr/>
            </p:nvSpPr>
            <p:spPr>
              <a:xfrm>
                <a:off x="3398200" y="3430175"/>
                <a:ext cx="20200" cy="10100"/>
              </a:xfrm>
              <a:custGeom>
                <a:rect b="b" l="l" r="r" t="t"/>
                <a:pathLst>
                  <a:path extrusionOk="0" h="404" w="808">
                    <a:moveTo>
                      <a:pt x="187" y="0"/>
                    </a:moveTo>
                    <a:cubicBezTo>
                      <a:pt x="1" y="62"/>
                      <a:pt x="1" y="341"/>
                      <a:pt x="187" y="403"/>
                    </a:cubicBezTo>
                    <a:lnTo>
                      <a:pt x="621" y="403"/>
                    </a:lnTo>
                    <a:cubicBezTo>
                      <a:pt x="807" y="341"/>
                      <a:pt x="807" y="62"/>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45" name="Google Shape;1145;p78"/>
          <p:cNvGrpSpPr/>
          <p:nvPr/>
        </p:nvGrpSpPr>
        <p:grpSpPr>
          <a:xfrm>
            <a:off x="4887328" y="1415408"/>
            <a:ext cx="580200" cy="651600"/>
            <a:chOff x="4920453" y="1990395"/>
            <a:chExt cx="580200" cy="651600"/>
          </a:xfrm>
        </p:grpSpPr>
        <p:sp>
          <p:nvSpPr>
            <p:cNvPr id="1146" name="Google Shape;1146;p78"/>
            <p:cNvSpPr/>
            <p:nvPr/>
          </p:nvSpPr>
          <p:spPr>
            <a:xfrm>
              <a:off x="4920453" y="1990395"/>
              <a:ext cx="580200" cy="651600"/>
            </a:xfrm>
            <a:prstGeom prst="round2SameRect">
              <a:avLst>
                <a:gd fmla="val 5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7" name="Google Shape;1147;p78"/>
            <p:cNvGrpSpPr/>
            <p:nvPr/>
          </p:nvGrpSpPr>
          <p:grpSpPr>
            <a:xfrm>
              <a:off x="4984623" y="2166400"/>
              <a:ext cx="431425" cy="370305"/>
              <a:chOff x="949450" y="3224600"/>
              <a:chExt cx="403050" cy="345950"/>
            </a:xfrm>
          </p:grpSpPr>
          <p:sp>
            <p:nvSpPr>
              <p:cNvPr id="1148" name="Google Shape;1148;p78"/>
              <p:cNvSpPr/>
              <p:nvPr/>
            </p:nvSpPr>
            <p:spPr>
              <a:xfrm>
                <a:off x="1028325" y="3305900"/>
                <a:ext cx="270675" cy="207525"/>
              </a:xfrm>
              <a:custGeom>
                <a:rect b="b" l="l" r="r" t="t"/>
                <a:pathLst>
                  <a:path extrusionOk="0" h="8301" w="10827">
                    <a:moveTo>
                      <a:pt x="7880" y="473"/>
                    </a:moveTo>
                    <a:lnTo>
                      <a:pt x="10392" y="3017"/>
                    </a:lnTo>
                    <a:lnTo>
                      <a:pt x="9555" y="3885"/>
                    </a:lnTo>
                    <a:lnTo>
                      <a:pt x="7011" y="1342"/>
                    </a:lnTo>
                    <a:lnTo>
                      <a:pt x="7880" y="473"/>
                    </a:lnTo>
                    <a:close/>
                    <a:moveTo>
                      <a:pt x="6751" y="1893"/>
                    </a:moveTo>
                    <a:cubicBezTo>
                      <a:pt x="6828" y="1893"/>
                      <a:pt x="6905" y="1895"/>
                      <a:pt x="6980" y="1900"/>
                    </a:cubicBezTo>
                    <a:lnTo>
                      <a:pt x="8934" y="3854"/>
                    </a:lnTo>
                    <a:cubicBezTo>
                      <a:pt x="8903" y="4475"/>
                      <a:pt x="8655" y="5033"/>
                      <a:pt x="8221" y="5467"/>
                    </a:cubicBezTo>
                    <a:lnTo>
                      <a:pt x="5646" y="2893"/>
                    </a:lnTo>
                    <a:cubicBezTo>
                      <a:pt x="5624" y="2871"/>
                      <a:pt x="5602" y="2849"/>
                      <a:pt x="5569" y="2849"/>
                    </a:cubicBezTo>
                    <a:cubicBezTo>
                      <a:pt x="5556" y="2849"/>
                      <a:pt x="5540" y="2853"/>
                      <a:pt x="5522" y="2862"/>
                    </a:cubicBezTo>
                    <a:cubicBezTo>
                      <a:pt x="5504" y="2853"/>
                      <a:pt x="5488" y="2849"/>
                      <a:pt x="5475" y="2849"/>
                    </a:cubicBezTo>
                    <a:cubicBezTo>
                      <a:pt x="5442" y="2849"/>
                      <a:pt x="5420" y="2871"/>
                      <a:pt x="5398" y="2893"/>
                    </a:cubicBezTo>
                    <a:cubicBezTo>
                      <a:pt x="5119" y="3079"/>
                      <a:pt x="4902" y="3358"/>
                      <a:pt x="4747" y="3668"/>
                    </a:cubicBezTo>
                    <a:cubicBezTo>
                      <a:pt x="4595" y="3947"/>
                      <a:pt x="4463" y="4019"/>
                      <a:pt x="4386" y="4019"/>
                    </a:cubicBezTo>
                    <a:cubicBezTo>
                      <a:pt x="4369" y="4019"/>
                      <a:pt x="4355" y="4015"/>
                      <a:pt x="4343" y="4010"/>
                    </a:cubicBezTo>
                    <a:cubicBezTo>
                      <a:pt x="4281" y="4010"/>
                      <a:pt x="4250" y="3947"/>
                      <a:pt x="4219" y="3916"/>
                    </a:cubicBezTo>
                    <a:cubicBezTo>
                      <a:pt x="4126" y="3761"/>
                      <a:pt x="4126" y="3575"/>
                      <a:pt x="4219" y="3420"/>
                    </a:cubicBezTo>
                    <a:cubicBezTo>
                      <a:pt x="4498" y="2831"/>
                      <a:pt x="4995" y="2397"/>
                      <a:pt x="5584" y="2117"/>
                    </a:cubicBezTo>
                    <a:cubicBezTo>
                      <a:pt x="5948" y="1961"/>
                      <a:pt x="6355" y="1893"/>
                      <a:pt x="6751" y="1893"/>
                    </a:cubicBezTo>
                    <a:close/>
                    <a:moveTo>
                      <a:pt x="4169" y="1830"/>
                    </a:moveTo>
                    <a:cubicBezTo>
                      <a:pt x="4474" y="1830"/>
                      <a:pt x="4776" y="1886"/>
                      <a:pt x="5057" y="1962"/>
                    </a:cubicBezTo>
                    <a:cubicBezTo>
                      <a:pt x="4561" y="2241"/>
                      <a:pt x="4157" y="2676"/>
                      <a:pt x="3878" y="3203"/>
                    </a:cubicBezTo>
                    <a:lnTo>
                      <a:pt x="3847" y="3203"/>
                    </a:lnTo>
                    <a:cubicBezTo>
                      <a:pt x="3723" y="3482"/>
                      <a:pt x="3723" y="3792"/>
                      <a:pt x="3847" y="4072"/>
                    </a:cubicBezTo>
                    <a:cubicBezTo>
                      <a:pt x="3940" y="4258"/>
                      <a:pt x="4095" y="4382"/>
                      <a:pt x="4281" y="4382"/>
                    </a:cubicBezTo>
                    <a:cubicBezTo>
                      <a:pt x="4312" y="4386"/>
                      <a:pt x="4342" y="4387"/>
                      <a:pt x="4371" y="4387"/>
                    </a:cubicBezTo>
                    <a:cubicBezTo>
                      <a:pt x="4808" y="4387"/>
                      <a:pt x="5030" y="3969"/>
                      <a:pt x="5088" y="3823"/>
                    </a:cubicBezTo>
                    <a:cubicBezTo>
                      <a:pt x="5212" y="3637"/>
                      <a:pt x="5336" y="3451"/>
                      <a:pt x="5491" y="3296"/>
                    </a:cubicBezTo>
                    <a:lnTo>
                      <a:pt x="8035" y="5840"/>
                    </a:lnTo>
                    <a:cubicBezTo>
                      <a:pt x="8247" y="6052"/>
                      <a:pt x="8064" y="6337"/>
                      <a:pt x="7841" y="6337"/>
                    </a:cubicBezTo>
                    <a:cubicBezTo>
                      <a:pt x="7771" y="6337"/>
                      <a:pt x="7698" y="6309"/>
                      <a:pt x="7631" y="6243"/>
                    </a:cubicBezTo>
                    <a:lnTo>
                      <a:pt x="6018" y="4630"/>
                    </a:lnTo>
                    <a:cubicBezTo>
                      <a:pt x="5978" y="4590"/>
                      <a:pt x="5932" y="4573"/>
                      <a:pt x="5886" y="4573"/>
                    </a:cubicBezTo>
                    <a:cubicBezTo>
                      <a:pt x="5721" y="4573"/>
                      <a:pt x="5563" y="4794"/>
                      <a:pt x="5708" y="4940"/>
                    </a:cubicBezTo>
                    <a:lnTo>
                      <a:pt x="7228" y="6429"/>
                    </a:lnTo>
                    <a:cubicBezTo>
                      <a:pt x="7369" y="6640"/>
                      <a:pt x="7190" y="6887"/>
                      <a:pt x="6987" y="6887"/>
                    </a:cubicBezTo>
                    <a:cubicBezTo>
                      <a:pt x="6922" y="6887"/>
                      <a:pt x="6854" y="6862"/>
                      <a:pt x="6794" y="6801"/>
                    </a:cubicBezTo>
                    <a:lnTo>
                      <a:pt x="5336" y="5374"/>
                    </a:lnTo>
                    <a:cubicBezTo>
                      <a:pt x="5293" y="5331"/>
                      <a:pt x="5244" y="5313"/>
                      <a:pt x="5198" y="5313"/>
                    </a:cubicBezTo>
                    <a:cubicBezTo>
                      <a:pt x="5045" y="5313"/>
                      <a:pt x="4914" y="5511"/>
                      <a:pt x="5057" y="5654"/>
                    </a:cubicBezTo>
                    <a:lnTo>
                      <a:pt x="6360" y="6956"/>
                    </a:lnTo>
                    <a:cubicBezTo>
                      <a:pt x="6548" y="7145"/>
                      <a:pt x="6361" y="7423"/>
                      <a:pt x="6151" y="7423"/>
                    </a:cubicBezTo>
                    <a:cubicBezTo>
                      <a:pt x="6084" y="7423"/>
                      <a:pt x="6016" y="7396"/>
                      <a:pt x="5956" y="7329"/>
                    </a:cubicBezTo>
                    <a:lnTo>
                      <a:pt x="4592" y="5964"/>
                    </a:lnTo>
                    <a:cubicBezTo>
                      <a:pt x="4548" y="5920"/>
                      <a:pt x="4498" y="5902"/>
                      <a:pt x="4449" y="5902"/>
                    </a:cubicBezTo>
                    <a:cubicBezTo>
                      <a:pt x="4288" y="5902"/>
                      <a:pt x="4138" y="6100"/>
                      <a:pt x="4281" y="6243"/>
                    </a:cubicBezTo>
                    <a:lnTo>
                      <a:pt x="5491" y="7422"/>
                    </a:lnTo>
                    <a:cubicBezTo>
                      <a:pt x="5685" y="7640"/>
                      <a:pt x="5481" y="7933"/>
                      <a:pt x="5250" y="7933"/>
                    </a:cubicBezTo>
                    <a:cubicBezTo>
                      <a:pt x="5185" y="7933"/>
                      <a:pt x="5118" y="7910"/>
                      <a:pt x="5057" y="7856"/>
                    </a:cubicBezTo>
                    <a:cubicBezTo>
                      <a:pt x="5057" y="7856"/>
                      <a:pt x="3661" y="6429"/>
                      <a:pt x="2730" y="5529"/>
                    </a:cubicBezTo>
                    <a:cubicBezTo>
                      <a:pt x="2296" y="5064"/>
                      <a:pt x="2017" y="4475"/>
                      <a:pt x="1986" y="3823"/>
                    </a:cubicBezTo>
                    <a:lnTo>
                      <a:pt x="3971" y="1838"/>
                    </a:lnTo>
                    <a:cubicBezTo>
                      <a:pt x="4037" y="1833"/>
                      <a:pt x="4103" y="1830"/>
                      <a:pt x="4169" y="1830"/>
                    </a:cubicBezTo>
                    <a:close/>
                    <a:moveTo>
                      <a:pt x="2948" y="0"/>
                    </a:moveTo>
                    <a:cubicBezTo>
                      <a:pt x="2878" y="0"/>
                      <a:pt x="2808" y="24"/>
                      <a:pt x="2761" y="70"/>
                    </a:cubicBezTo>
                    <a:lnTo>
                      <a:pt x="2389" y="442"/>
                    </a:lnTo>
                    <a:cubicBezTo>
                      <a:pt x="2249" y="606"/>
                      <a:pt x="2373" y="787"/>
                      <a:pt x="2522" y="787"/>
                    </a:cubicBezTo>
                    <a:cubicBezTo>
                      <a:pt x="2571" y="787"/>
                      <a:pt x="2622" y="767"/>
                      <a:pt x="2668" y="721"/>
                    </a:cubicBezTo>
                    <a:lnTo>
                      <a:pt x="2948" y="442"/>
                    </a:lnTo>
                    <a:lnTo>
                      <a:pt x="3816" y="1311"/>
                    </a:lnTo>
                    <a:lnTo>
                      <a:pt x="1366" y="3885"/>
                    </a:lnTo>
                    <a:lnTo>
                      <a:pt x="497" y="3017"/>
                    </a:lnTo>
                    <a:lnTo>
                      <a:pt x="2048" y="1466"/>
                    </a:lnTo>
                    <a:cubicBezTo>
                      <a:pt x="2110" y="1373"/>
                      <a:pt x="2110" y="1249"/>
                      <a:pt x="2048" y="1187"/>
                    </a:cubicBezTo>
                    <a:lnTo>
                      <a:pt x="2017" y="1187"/>
                    </a:lnTo>
                    <a:cubicBezTo>
                      <a:pt x="1970" y="1156"/>
                      <a:pt x="1916" y="1140"/>
                      <a:pt x="1862" y="1140"/>
                    </a:cubicBezTo>
                    <a:cubicBezTo>
                      <a:pt x="1808" y="1140"/>
                      <a:pt x="1753" y="1156"/>
                      <a:pt x="1707" y="1187"/>
                    </a:cubicBezTo>
                    <a:lnTo>
                      <a:pt x="94" y="2831"/>
                    </a:lnTo>
                    <a:cubicBezTo>
                      <a:pt x="1" y="2924"/>
                      <a:pt x="1" y="3079"/>
                      <a:pt x="94" y="3203"/>
                    </a:cubicBezTo>
                    <a:lnTo>
                      <a:pt x="1148" y="4227"/>
                    </a:lnTo>
                    <a:cubicBezTo>
                      <a:pt x="1195" y="4273"/>
                      <a:pt x="1265" y="4296"/>
                      <a:pt x="1335" y="4296"/>
                    </a:cubicBezTo>
                    <a:cubicBezTo>
                      <a:pt x="1404" y="4296"/>
                      <a:pt x="1474" y="4273"/>
                      <a:pt x="1521" y="4227"/>
                    </a:cubicBezTo>
                    <a:lnTo>
                      <a:pt x="1583" y="4196"/>
                    </a:lnTo>
                    <a:cubicBezTo>
                      <a:pt x="1676" y="4785"/>
                      <a:pt x="1986" y="5343"/>
                      <a:pt x="2420" y="5778"/>
                    </a:cubicBezTo>
                    <a:lnTo>
                      <a:pt x="4747" y="8104"/>
                    </a:lnTo>
                    <a:cubicBezTo>
                      <a:pt x="4882" y="8239"/>
                      <a:pt x="5053" y="8301"/>
                      <a:pt x="5223" y="8301"/>
                    </a:cubicBezTo>
                    <a:cubicBezTo>
                      <a:pt x="5522" y="8301"/>
                      <a:pt x="5815" y="8110"/>
                      <a:pt x="5894" y="7794"/>
                    </a:cubicBezTo>
                    <a:cubicBezTo>
                      <a:pt x="5965" y="7816"/>
                      <a:pt x="6036" y="7826"/>
                      <a:pt x="6105" y="7826"/>
                    </a:cubicBezTo>
                    <a:cubicBezTo>
                      <a:pt x="6430" y="7826"/>
                      <a:pt x="6717" y="7599"/>
                      <a:pt x="6794" y="7267"/>
                    </a:cubicBezTo>
                    <a:cubicBezTo>
                      <a:pt x="6836" y="7273"/>
                      <a:pt x="6877" y="7276"/>
                      <a:pt x="6917" y="7276"/>
                    </a:cubicBezTo>
                    <a:cubicBezTo>
                      <a:pt x="7271" y="7276"/>
                      <a:pt x="7576" y="7042"/>
                      <a:pt x="7631" y="6708"/>
                    </a:cubicBezTo>
                    <a:cubicBezTo>
                      <a:pt x="7675" y="6715"/>
                      <a:pt x="7718" y="6719"/>
                      <a:pt x="7760" y="6719"/>
                    </a:cubicBezTo>
                    <a:cubicBezTo>
                      <a:pt x="8254" y="6719"/>
                      <a:pt x="8607" y="6233"/>
                      <a:pt x="8407" y="5747"/>
                    </a:cubicBezTo>
                    <a:cubicBezTo>
                      <a:pt x="8841" y="5312"/>
                      <a:pt x="9151" y="4754"/>
                      <a:pt x="9244" y="4165"/>
                    </a:cubicBezTo>
                    <a:lnTo>
                      <a:pt x="9306" y="4227"/>
                    </a:lnTo>
                    <a:cubicBezTo>
                      <a:pt x="9353" y="4273"/>
                      <a:pt x="9423" y="4296"/>
                      <a:pt x="9493" y="4296"/>
                    </a:cubicBezTo>
                    <a:cubicBezTo>
                      <a:pt x="9562" y="4296"/>
                      <a:pt x="9632" y="4273"/>
                      <a:pt x="9679" y="4227"/>
                    </a:cubicBezTo>
                    <a:lnTo>
                      <a:pt x="10702" y="3172"/>
                    </a:lnTo>
                    <a:cubicBezTo>
                      <a:pt x="10826" y="3079"/>
                      <a:pt x="10826" y="2893"/>
                      <a:pt x="10702" y="2800"/>
                    </a:cubicBezTo>
                    <a:lnTo>
                      <a:pt x="8004" y="70"/>
                    </a:lnTo>
                    <a:cubicBezTo>
                      <a:pt x="7942" y="24"/>
                      <a:pt x="7872" y="0"/>
                      <a:pt x="7802" y="0"/>
                    </a:cubicBezTo>
                    <a:cubicBezTo>
                      <a:pt x="7732" y="0"/>
                      <a:pt x="7662" y="24"/>
                      <a:pt x="7600" y="70"/>
                    </a:cubicBezTo>
                    <a:lnTo>
                      <a:pt x="6577" y="1125"/>
                    </a:lnTo>
                    <a:cubicBezTo>
                      <a:pt x="6484" y="1218"/>
                      <a:pt x="6484" y="1342"/>
                      <a:pt x="6515" y="1435"/>
                    </a:cubicBezTo>
                    <a:cubicBezTo>
                      <a:pt x="6143" y="1466"/>
                      <a:pt x="5801" y="1528"/>
                      <a:pt x="5460" y="1683"/>
                    </a:cubicBezTo>
                    <a:cubicBezTo>
                      <a:pt x="5057" y="1497"/>
                      <a:pt x="4654" y="1404"/>
                      <a:pt x="4250" y="1404"/>
                    </a:cubicBezTo>
                    <a:cubicBezTo>
                      <a:pt x="4281" y="1311"/>
                      <a:pt x="4250" y="1187"/>
                      <a:pt x="4188" y="1125"/>
                    </a:cubicBezTo>
                    <a:lnTo>
                      <a:pt x="3134" y="70"/>
                    </a:lnTo>
                    <a:cubicBezTo>
                      <a:pt x="3087" y="24"/>
                      <a:pt x="3017" y="0"/>
                      <a:pt x="2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8"/>
              <p:cNvSpPr/>
              <p:nvPr/>
            </p:nvSpPr>
            <p:spPr>
              <a:xfrm>
                <a:off x="1220650" y="3334725"/>
                <a:ext cx="11650" cy="12375"/>
              </a:xfrm>
              <a:custGeom>
                <a:rect b="b" l="l" r="r" t="t"/>
                <a:pathLst>
                  <a:path extrusionOk="0" h="495" w="466">
                    <a:moveTo>
                      <a:pt x="196" y="0"/>
                    </a:moveTo>
                    <a:cubicBezTo>
                      <a:pt x="105" y="0"/>
                      <a:pt x="21" y="69"/>
                      <a:pt x="0" y="189"/>
                    </a:cubicBezTo>
                    <a:cubicBezTo>
                      <a:pt x="0" y="282"/>
                      <a:pt x="63" y="375"/>
                      <a:pt x="125" y="437"/>
                    </a:cubicBezTo>
                    <a:cubicBezTo>
                      <a:pt x="165" y="477"/>
                      <a:pt x="211" y="495"/>
                      <a:pt x="257" y="495"/>
                    </a:cubicBezTo>
                    <a:cubicBezTo>
                      <a:pt x="353" y="495"/>
                      <a:pt x="445" y="418"/>
                      <a:pt x="466" y="313"/>
                    </a:cubicBezTo>
                    <a:cubicBezTo>
                      <a:pt x="466" y="220"/>
                      <a:pt x="404" y="127"/>
                      <a:pt x="342" y="65"/>
                    </a:cubicBezTo>
                    <a:cubicBezTo>
                      <a:pt x="298" y="21"/>
                      <a:pt x="246" y="0"/>
                      <a:pt x="1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8"/>
              <p:cNvSpPr/>
              <p:nvPr/>
            </p:nvSpPr>
            <p:spPr>
              <a:xfrm>
                <a:off x="949450" y="3224600"/>
                <a:ext cx="403050" cy="345950"/>
              </a:xfrm>
              <a:custGeom>
                <a:rect b="b" l="l" r="r" t="t"/>
                <a:pathLst>
                  <a:path extrusionOk="0" h="13838" w="16122">
                    <a:moveTo>
                      <a:pt x="8629" y="0"/>
                    </a:moveTo>
                    <a:cubicBezTo>
                      <a:pt x="5978" y="0"/>
                      <a:pt x="3370" y="1514"/>
                      <a:pt x="2225" y="4253"/>
                    </a:cubicBezTo>
                    <a:cubicBezTo>
                      <a:pt x="333" y="8812"/>
                      <a:pt x="3683" y="13807"/>
                      <a:pt x="8615" y="13838"/>
                    </a:cubicBezTo>
                    <a:cubicBezTo>
                      <a:pt x="9111" y="13838"/>
                      <a:pt x="9577" y="13776"/>
                      <a:pt x="10073" y="13682"/>
                    </a:cubicBezTo>
                    <a:cubicBezTo>
                      <a:pt x="10259" y="13589"/>
                      <a:pt x="10197" y="13279"/>
                      <a:pt x="9980" y="13279"/>
                    </a:cubicBezTo>
                    <a:cubicBezTo>
                      <a:pt x="9480" y="13387"/>
                      <a:pt x="8993" y="13438"/>
                      <a:pt x="8521" y="13438"/>
                    </a:cubicBezTo>
                    <a:cubicBezTo>
                      <a:pt x="3307" y="13438"/>
                      <a:pt x="1" y="7206"/>
                      <a:pt x="3528" y="2826"/>
                    </a:cubicBezTo>
                    <a:cubicBezTo>
                      <a:pt x="4893" y="1144"/>
                      <a:pt x="6734" y="393"/>
                      <a:pt x="8547" y="393"/>
                    </a:cubicBezTo>
                    <a:cubicBezTo>
                      <a:pt x="11886" y="393"/>
                      <a:pt x="15129" y="2940"/>
                      <a:pt x="15129" y="6920"/>
                    </a:cubicBezTo>
                    <a:cubicBezTo>
                      <a:pt x="15129" y="7913"/>
                      <a:pt x="14912" y="8875"/>
                      <a:pt x="14478" y="9774"/>
                    </a:cubicBezTo>
                    <a:cubicBezTo>
                      <a:pt x="14396" y="9918"/>
                      <a:pt x="14531" y="10048"/>
                      <a:pt x="14658" y="10048"/>
                    </a:cubicBezTo>
                    <a:cubicBezTo>
                      <a:pt x="14724" y="10048"/>
                      <a:pt x="14787" y="10013"/>
                      <a:pt x="14819" y="9929"/>
                    </a:cubicBezTo>
                    <a:cubicBezTo>
                      <a:pt x="16122" y="7293"/>
                      <a:pt x="15594" y="4098"/>
                      <a:pt x="13485" y="2019"/>
                    </a:cubicBezTo>
                    <a:cubicBezTo>
                      <a:pt x="12112" y="646"/>
                      <a:pt x="10361" y="0"/>
                      <a:pt x="8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8"/>
              <p:cNvSpPr/>
              <p:nvPr/>
            </p:nvSpPr>
            <p:spPr>
              <a:xfrm>
                <a:off x="1196925" y="3486025"/>
                <a:ext cx="108750" cy="76975"/>
              </a:xfrm>
              <a:custGeom>
                <a:rect b="b" l="l" r="r" t="t"/>
                <a:pathLst>
                  <a:path extrusionOk="0" h="3079" w="4350">
                    <a:moveTo>
                      <a:pt x="4065" y="0"/>
                    </a:moveTo>
                    <a:cubicBezTo>
                      <a:pt x="4019" y="0"/>
                      <a:pt x="3971" y="18"/>
                      <a:pt x="3927" y="62"/>
                    </a:cubicBezTo>
                    <a:lnTo>
                      <a:pt x="1384" y="2574"/>
                    </a:lnTo>
                    <a:lnTo>
                      <a:pt x="422" y="1612"/>
                    </a:lnTo>
                    <a:cubicBezTo>
                      <a:pt x="379" y="1569"/>
                      <a:pt x="331" y="1551"/>
                      <a:pt x="284" y="1551"/>
                    </a:cubicBezTo>
                    <a:cubicBezTo>
                      <a:pt x="131" y="1551"/>
                      <a:pt x="0" y="1749"/>
                      <a:pt x="143" y="1892"/>
                    </a:cubicBezTo>
                    <a:lnTo>
                      <a:pt x="1260" y="3008"/>
                    </a:lnTo>
                    <a:cubicBezTo>
                      <a:pt x="1291" y="3055"/>
                      <a:pt x="1337" y="3078"/>
                      <a:pt x="1388" y="3078"/>
                    </a:cubicBezTo>
                    <a:cubicBezTo>
                      <a:pt x="1438" y="3078"/>
                      <a:pt x="1492" y="3055"/>
                      <a:pt x="1539" y="3008"/>
                    </a:cubicBezTo>
                    <a:lnTo>
                      <a:pt x="4207" y="341"/>
                    </a:lnTo>
                    <a:cubicBezTo>
                      <a:pt x="4349" y="198"/>
                      <a:pt x="4218" y="0"/>
                      <a:pt x="40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2" name="Google Shape;1152;p78"/>
          <p:cNvSpPr/>
          <p:nvPr/>
        </p:nvSpPr>
        <p:spPr>
          <a:xfrm>
            <a:off x="3656758" y="3236845"/>
            <a:ext cx="580200" cy="651600"/>
          </a:xfrm>
          <a:prstGeom prst="round2SameRect">
            <a:avLst>
              <a:gd fmla="val 50000"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8"/>
          <p:cNvSpPr/>
          <p:nvPr/>
        </p:nvSpPr>
        <p:spPr>
          <a:xfrm>
            <a:off x="4920446" y="3236845"/>
            <a:ext cx="580200" cy="651600"/>
          </a:xfrm>
          <a:prstGeom prst="round2Same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4" name="Google Shape;1154;p78"/>
          <p:cNvCxnSpPr/>
          <p:nvPr/>
        </p:nvCxnSpPr>
        <p:spPr>
          <a:xfrm>
            <a:off x="2892300" y="810650"/>
            <a:ext cx="3359400" cy="0"/>
          </a:xfrm>
          <a:prstGeom prst="straightConnector1">
            <a:avLst/>
          </a:prstGeom>
          <a:noFill/>
          <a:ln cap="flat" cmpd="sng" w="19050">
            <a:solidFill>
              <a:schemeClr val="lt2"/>
            </a:solidFill>
            <a:prstDash val="solid"/>
            <a:round/>
            <a:headEnd len="med" w="med" type="none"/>
            <a:tailEnd len="med" w="med" type="none"/>
          </a:ln>
        </p:spPr>
      </p:cxnSp>
      <p:grpSp>
        <p:nvGrpSpPr>
          <p:cNvPr id="1155" name="Google Shape;1155;p78"/>
          <p:cNvGrpSpPr/>
          <p:nvPr/>
        </p:nvGrpSpPr>
        <p:grpSpPr>
          <a:xfrm>
            <a:off x="5025847" y="3424143"/>
            <a:ext cx="369395" cy="369609"/>
            <a:chOff x="3257075" y="3785925"/>
            <a:chExt cx="345100" cy="345300"/>
          </a:xfrm>
        </p:grpSpPr>
        <p:sp>
          <p:nvSpPr>
            <p:cNvPr id="1156" name="Google Shape;1156;p78"/>
            <p:cNvSpPr/>
            <p:nvPr/>
          </p:nvSpPr>
          <p:spPr>
            <a:xfrm>
              <a:off x="3257075" y="3785925"/>
              <a:ext cx="345100" cy="345300"/>
            </a:xfrm>
            <a:custGeom>
              <a:rect b="b" l="l" r="r" t="t"/>
              <a:pathLst>
                <a:path extrusionOk="0" h="13812" w="13804">
                  <a:moveTo>
                    <a:pt x="11198" y="442"/>
                  </a:moveTo>
                  <a:lnTo>
                    <a:pt x="13370" y="2707"/>
                  </a:lnTo>
                  <a:lnTo>
                    <a:pt x="11881" y="4133"/>
                  </a:lnTo>
                  <a:lnTo>
                    <a:pt x="9709" y="1869"/>
                  </a:lnTo>
                  <a:lnTo>
                    <a:pt x="11198" y="442"/>
                  </a:lnTo>
                  <a:close/>
                  <a:moveTo>
                    <a:pt x="6235" y="3885"/>
                  </a:moveTo>
                  <a:cubicBezTo>
                    <a:pt x="6421" y="3885"/>
                    <a:pt x="6607" y="3978"/>
                    <a:pt x="6762" y="4133"/>
                  </a:cubicBezTo>
                  <a:cubicBezTo>
                    <a:pt x="6638" y="4164"/>
                    <a:pt x="6514" y="4226"/>
                    <a:pt x="6421" y="4320"/>
                  </a:cubicBezTo>
                  <a:lnTo>
                    <a:pt x="6452" y="4288"/>
                  </a:lnTo>
                  <a:lnTo>
                    <a:pt x="6049" y="3916"/>
                  </a:lnTo>
                  <a:cubicBezTo>
                    <a:pt x="6111" y="3885"/>
                    <a:pt x="6173" y="3885"/>
                    <a:pt x="6235" y="3885"/>
                  </a:cubicBezTo>
                  <a:close/>
                  <a:moveTo>
                    <a:pt x="9678" y="2489"/>
                  </a:moveTo>
                  <a:lnTo>
                    <a:pt x="11260" y="4133"/>
                  </a:lnTo>
                  <a:lnTo>
                    <a:pt x="10888" y="4506"/>
                  </a:lnTo>
                  <a:cubicBezTo>
                    <a:pt x="10795" y="4568"/>
                    <a:pt x="10795" y="4661"/>
                    <a:pt x="10826" y="4754"/>
                  </a:cubicBezTo>
                  <a:lnTo>
                    <a:pt x="10857" y="4754"/>
                  </a:lnTo>
                  <a:cubicBezTo>
                    <a:pt x="11105" y="5219"/>
                    <a:pt x="11136" y="5746"/>
                    <a:pt x="10919" y="6243"/>
                  </a:cubicBezTo>
                  <a:cubicBezTo>
                    <a:pt x="10733" y="6708"/>
                    <a:pt x="10454" y="7111"/>
                    <a:pt x="10082" y="7452"/>
                  </a:cubicBezTo>
                  <a:cubicBezTo>
                    <a:pt x="10038" y="7496"/>
                    <a:pt x="9920" y="7554"/>
                    <a:pt x="9831" y="7554"/>
                  </a:cubicBezTo>
                  <a:cubicBezTo>
                    <a:pt x="9792" y="7554"/>
                    <a:pt x="9759" y="7543"/>
                    <a:pt x="9740" y="7514"/>
                  </a:cubicBezTo>
                  <a:cubicBezTo>
                    <a:pt x="9647" y="7421"/>
                    <a:pt x="9771" y="7266"/>
                    <a:pt x="9864" y="7204"/>
                  </a:cubicBezTo>
                  <a:cubicBezTo>
                    <a:pt x="10113" y="6956"/>
                    <a:pt x="10299" y="6646"/>
                    <a:pt x="10361" y="6305"/>
                  </a:cubicBezTo>
                  <a:cubicBezTo>
                    <a:pt x="10392" y="6026"/>
                    <a:pt x="10299" y="5777"/>
                    <a:pt x="10113" y="5622"/>
                  </a:cubicBezTo>
                  <a:cubicBezTo>
                    <a:pt x="10082" y="5560"/>
                    <a:pt x="10019" y="5529"/>
                    <a:pt x="9988" y="5529"/>
                  </a:cubicBezTo>
                  <a:cubicBezTo>
                    <a:pt x="9926" y="5529"/>
                    <a:pt x="9864" y="5560"/>
                    <a:pt x="9833" y="5591"/>
                  </a:cubicBezTo>
                  <a:lnTo>
                    <a:pt x="9182" y="6212"/>
                  </a:lnTo>
                  <a:cubicBezTo>
                    <a:pt x="9089" y="5995"/>
                    <a:pt x="8872" y="5870"/>
                    <a:pt x="8624" y="5870"/>
                  </a:cubicBezTo>
                  <a:cubicBezTo>
                    <a:pt x="8562" y="5870"/>
                    <a:pt x="8469" y="5870"/>
                    <a:pt x="8406" y="5901"/>
                  </a:cubicBezTo>
                  <a:lnTo>
                    <a:pt x="8406" y="5312"/>
                  </a:lnTo>
                  <a:cubicBezTo>
                    <a:pt x="8406" y="4940"/>
                    <a:pt x="8127" y="4661"/>
                    <a:pt x="7755" y="4661"/>
                  </a:cubicBezTo>
                  <a:cubicBezTo>
                    <a:pt x="7719" y="4706"/>
                    <a:pt x="7674" y="4725"/>
                    <a:pt x="7632" y="4725"/>
                  </a:cubicBezTo>
                  <a:cubicBezTo>
                    <a:pt x="7530" y="4725"/>
                    <a:pt x="7441" y="4615"/>
                    <a:pt x="7507" y="4506"/>
                  </a:cubicBezTo>
                  <a:cubicBezTo>
                    <a:pt x="7724" y="4475"/>
                    <a:pt x="7910" y="4320"/>
                    <a:pt x="7941" y="4071"/>
                  </a:cubicBezTo>
                  <a:cubicBezTo>
                    <a:pt x="7972" y="3823"/>
                    <a:pt x="7879" y="3575"/>
                    <a:pt x="7693" y="3420"/>
                  </a:cubicBezTo>
                  <a:lnTo>
                    <a:pt x="7848" y="3265"/>
                  </a:lnTo>
                  <a:cubicBezTo>
                    <a:pt x="8261" y="2870"/>
                    <a:pt x="8601" y="2787"/>
                    <a:pt x="8821" y="2787"/>
                  </a:cubicBezTo>
                  <a:cubicBezTo>
                    <a:pt x="8980" y="2787"/>
                    <a:pt x="9076" y="2831"/>
                    <a:pt x="9089" y="2831"/>
                  </a:cubicBezTo>
                  <a:cubicBezTo>
                    <a:pt x="9124" y="2854"/>
                    <a:pt x="9160" y="2864"/>
                    <a:pt x="9194" y="2864"/>
                  </a:cubicBezTo>
                  <a:cubicBezTo>
                    <a:pt x="9249" y="2864"/>
                    <a:pt x="9299" y="2838"/>
                    <a:pt x="9337" y="2800"/>
                  </a:cubicBezTo>
                  <a:lnTo>
                    <a:pt x="9678" y="2489"/>
                  </a:lnTo>
                  <a:close/>
                  <a:moveTo>
                    <a:pt x="4157" y="2551"/>
                  </a:moveTo>
                  <a:lnTo>
                    <a:pt x="4498" y="2924"/>
                  </a:lnTo>
                  <a:cubicBezTo>
                    <a:pt x="4536" y="2962"/>
                    <a:pt x="4587" y="2988"/>
                    <a:pt x="4641" y="2988"/>
                  </a:cubicBezTo>
                  <a:cubicBezTo>
                    <a:pt x="4675" y="2988"/>
                    <a:pt x="4711" y="2978"/>
                    <a:pt x="4746" y="2955"/>
                  </a:cubicBezTo>
                  <a:cubicBezTo>
                    <a:pt x="5002" y="2818"/>
                    <a:pt x="5286" y="2747"/>
                    <a:pt x="5567" y="2747"/>
                  </a:cubicBezTo>
                  <a:cubicBezTo>
                    <a:pt x="5797" y="2747"/>
                    <a:pt x="6026" y="2795"/>
                    <a:pt x="6235" y="2893"/>
                  </a:cubicBezTo>
                  <a:cubicBezTo>
                    <a:pt x="6700" y="3079"/>
                    <a:pt x="7135" y="3358"/>
                    <a:pt x="7445" y="3730"/>
                  </a:cubicBezTo>
                  <a:cubicBezTo>
                    <a:pt x="7507" y="3792"/>
                    <a:pt x="7600" y="4009"/>
                    <a:pt x="7507" y="4071"/>
                  </a:cubicBezTo>
                  <a:cubicBezTo>
                    <a:pt x="7483" y="4095"/>
                    <a:pt x="7455" y="4105"/>
                    <a:pt x="7426" y="4105"/>
                  </a:cubicBezTo>
                  <a:cubicBezTo>
                    <a:pt x="7340" y="4105"/>
                    <a:pt x="7243" y="4024"/>
                    <a:pt x="7197" y="3978"/>
                  </a:cubicBezTo>
                  <a:cubicBezTo>
                    <a:pt x="6949" y="3668"/>
                    <a:pt x="6638" y="3513"/>
                    <a:pt x="6297" y="3451"/>
                  </a:cubicBezTo>
                  <a:cubicBezTo>
                    <a:pt x="6266" y="3447"/>
                    <a:pt x="6234" y="3445"/>
                    <a:pt x="6203" y="3445"/>
                  </a:cubicBezTo>
                  <a:cubicBezTo>
                    <a:pt x="5987" y="3445"/>
                    <a:pt x="5777" y="3537"/>
                    <a:pt x="5615" y="3699"/>
                  </a:cubicBezTo>
                  <a:cubicBezTo>
                    <a:pt x="5553" y="3730"/>
                    <a:pt x="5522" y="3792"/>
                    <a:pt x="5522" y="3854"/>
                  </a:cubicBezTo>
                  <a:cubicBezTo>
                    <a:pt x="5522" y="3885"/>
                    <a:pt x="5553" y="3947"/>
                    <a:pt x="5584" y="3978"/>
                  </a:cubicBezTo>
                  <a:lnTo>
                    <a:pt x="6049" y="4475"/>
                  </a:lnTo>
                  <a:cubicBezTo>
                    <a:pt x="5708" y="4475"/>
                    <a:pt x="5429" y="4754"/>
                    <a:pt x="5429" y="5126"/>
                  </a:cubicBezTo>
                  <a:lnTo>
                    <a:pt x="5429" y="6956"/>
                  </a:lnTo>
                  <a:lnTo>
                    <a:pt x="4839" y="6336"/>
                  </a:lnTo>
                  <a:cubicBezTo>
                    <a:pt x="4789" y="6269"/>
                    <a:pt x="4722" y="6238"/>
                    <a:pt x="4655" y="6238"/>
                  </a:cubicBezTo>
                  <a:cubicBezTo>
                    <a:pt x="4598" y="6238"/>
                    <a:pt x="4541" y="6262"/>
                    <a:pt x="4498" y="6305"/>
                  </a:cubicBezTo>
                  <a:cubicBezTo>
                    <a:pt x="4405" y="6398"/>
                    <a:pt x="4436" y="6553"/>
                    <a:pt x="4560" y="6615"/>
                  </a:cubicBezTo>
                  <a:lnTo>
                    <a:pt x="5429" y="7514"/>
                  </a:lnTo>
                  <a:cubicBezTo>
                    <a:pt x="5429" y="7608"/>
                    <a:pt x="5429" y="7670"/>
                    <a:pt x="5429" y="7763"/>
                  </a:cubicBezTo>
                  <a:cubicBezTo>
                    <a:pt x="5398" y="7825"/>
                    <a:pt x="5336" y="7856"/>
                    <a:pt x="5274" y="7887"/>
                  </a:cubicBezTo>
                  <a:cubicBezTo>
                    <a:pt x="5211" y="7887"/>
                    <a:pt x="5056" y="7887"/>
                    <a:pt x="5056" y="7794"/>
                  </a:cubicBezTo>
                  <a:cubicBezTo>
                    <a:pt x="5087" y="7483"/>
                    <a:pt x="4932" y="7204"/>
                    <a:pt x="4653" y="7080"/>
                  </a:cubicBezTo>
                  <a:cubicBezTo>
                    <a:pt x="4607" y="7065"/>
                    <a:pt x="4560" y="7057"/>
                    <a:pt x="4514" y="7057"/>
                  </a:cubicBezTo>
                  <a:cubicBezTo>
                    <a:pt x="4467" y="7057"/>
                    <a:pt x="4420" y="7065"/>
                    <a:pt x="4374" y="7080"/>
                  </a:cubicBezTo>
                  <a:cubicBezTo>
                    <a:pt x="4374" y="7080"/>
                    <a:pt x="3629" y="6305"/>
                    <a:pt x="3288" y="5964"/>
                  </a:cubicBezTo>
                  <a:lnTo>
                    <a:pt x="3257" y="5964"/>
                  </a:lnTo>
                  <a:cubicBezTo>
                    <a:pt x="2575" y="5250"/>
                    <a:pt x="2823" y="4754"/>
                    <a:pt x="2823" y="4723"/>
                  </a:cubicBezTo>
                  <a:cubicBezTo>
                    <a:pt x="2885" y="4630"/>
                    <a:pt x="2885" y="4537"/>
                    <a:pt x="2823" y="4475"/>
                  </a:cubicBezTo>
                  <a:lnTo>
                    <a:pt x="2482" y="4133"/>
                  </a:lnTo>
                  <a:lnTo>
                    <a:pt x="4157" y="2551"/>
                  </a:lnTo>
                  <a:close/>
                  <a:moveTo>
                    <a:pt x="5398" y="8228"/>
                  </a:moveTo>
                  <a:lnTo>
                    <a:pt x="5398" y="8631"/>
                  </a:lnTo>
                  <a:cubicBezTo>
                    <a:pt x="5336" y="8600"/>
                    <a:pt x="5274" y="8538"/>
                    <a:pt x="5242" y="8507"/>
                  </a:cubicBezTo>
                  <a:cubicBezTo>
                    <a:pt x="5180" y="8414"/>
                    <a:pt x="5118" y="8352"/>
                    <a:pt x="5118" y="8290"/>
                  </a:cubicBezTo>
                  <a:lnTo>
                    <a:pt x="5180" y="8290"/>
                  </a:lnTo>
                  <a:cubicBezTo>
                    <a:pt x="5242" y="8259"/>
                    <a:pt x="5336" y="8259"/>
                    <a:pt x="5398" y="8228"/>
                  </a:cubicBezTo>
                  <a:close/>
                  <a:moveTo>
                    <a:pt x="6902" y="4490"/>
                  </a:moveTo>
                  <a:cubicBezTo>
                    <a:pt x="7018" y="4490"/>
                    <a:pt x="7135" y="4568"/>
                    <a:pt x="7135" y="4723"/>
                  </a:cubicBezTo>
                  <a:lnTo>
                    <a:pt x="7135" y="7763"/>
                  </a:lnTo>
                  <a:cubicBezTo>
                    <a:pt x="7135" y="7825"/>
                    <a:pt x="7135" y="7856"/>
                    <a:pt x="7166" y="7887"/>
                  </a:cubicBezTo>
                  <a:cubicBezTo>
                    <a:pt x="7228" y="7949"/>
                    <a:pt x="7290" y="7980"/>
                    <a:pt x="7352" y="7980"/>
                  </a:cubicBezTo>
                  <a:cubicBezTo>
                    <a:pt x="7445" y="7980"/>
                    <a:pt x="7538" y="7887"/>
                    <a:pt x="7538" y="7794"/>
                  </a:cubicBezTo>
                  <a:lnTo>
                    <a:pt x="7538" y="5219"/>
                  </a:lnTo>
                  <a:cubicBezTo>
                    <a:pt x="7573" y="5113"/>
                    <a:pt x="7668" y="5058"/>
                    <a:pt x="7767" y="5058"/>
                  </a:cubicBezTo>
                  <a:cubicBezTo>
                    <a:pt x="7842" y="5058"/>
                    <a:pt x="7919" y="5090"/>
                    <a:pt x="7972" y="5157"/>
                  </a:cubicBezTo>
                  <a:cubicBezTo>
                    <a:pt x="8003" y="5219"/>
                    <a:pt x="8003" y="5281"/>
                    <a:pt x="8003" y="5343"/>
                  </a:cubicBezTo>
                  <a:lnTo>
                    <a:pt x="8003" y="7701"/>
                  </a:lnTo>
                  <a:cubicBezTo>
                    <a:pt x="8003" y="7794"/>
                    <a:pt x="8065" y="7918"/>
                    <a:pt x="8158" y="7949"/>
                  </a:cubicBezTo>
                  <a:cubicBezTo>
                    <a:pt x="8175" y="7953"/>
                    <a:pt x="8191" y="7955"/>
                    <a:pt x="8207" y="7955"/>
                  </a:cubicBezTo>
                  <a:cubicBezTo>
                    <a:pt x="8313" y="7955"/>
                    <a:pt x="8406" y="7870"/>
                    <a:pt x="8406" y="7763"/>
                  </a:cubicBezTo>
                  <a:lnTo>
                    <a:pt x="8406" y="6429"/>
                  </a:lnTo>
                  <a:cubicBezTo>
                    <a:pt x="8443" y="6321"/>
                    <a:pt x="8541" y="6254"/>
                    <a:pt x="8642" y="6254"/>
                  </a:cubicBezTo>
                  <a:cubicBezTo>
                    <a:pt x="8715" y="6254"/>
                    <a:pt x="8789" y="6289"/>
                    <a:pt x="8841" y="6367"/>
                  </a:cubicBezTo>
                  <a:cubicBezTo>
                    <a:pt x="8872" y="6522"/>
                    <a:pt x="8903" y="6677"/>
                    <a:pt x="8872" y="6832"/>
                  </a:cubicBezTo>
                  <a:lnTo>
                    <a:pt x="8872" y="9034"/>
                  </a:lnTo>
                  <a:lnTo>
                    <a:pt x="8841" y="9065"/>
                  </a:lnTo>
                  <a:cubicBezTo>
                    <a:pt x="8872" y="9345"/>
                    <a:pt x="8810" y="9624"/>
                    <a:pt x="8686" y="9872"/>
                  </a:cubicBezTo>
                  <a:cubicBezTo>
                    <a:pt x="8624" y="9996"/>
                    <a:pt x="8500" y="10120"/>
                    <a:pt x="8406" y="10213"/>
                  </a:cubicBezTo>
                  <a:cubicBezTo>
                    <a:pt x="8282" y="10275"/>
                    <a:pt x="8158" y="10306"/>
                    <a:pt x="8158" y="10430"/>
                  </a:cubicBezTo>
                  <a:lnTo>
                    <a:pt x="8158" y="10896"/>
                  </a:lnTo>
                  <a:lnTo>
                    <a:pt x="5863" y="10896"/>
                  </a:lnTo>
                  <a:lnTo>
                    <a:pt x="5863" y="10368"/>
                  </a:lnTo>
                  <a:cubicBezTo>
                    <a:pt x="5863" y="10275"/>
                    <a:pt x="5801" y="10182"/>
                    <a:pt x="5708" y="10182"/>
                  </a:cubicBezTo>
                  <a:cubicBezTo>
                    <a:pt x="5211" y="10027"/>
                    <a:pt x="4777" y="9686"/>
                    <a:pt x="4560" y="9190"/>
                  </a:cubicBezTo>
                  <a:cubicBezTo>
                    <a:pt x="4374" y="8724"/>
                    <a:pt x="4250" y="8228"/>
                    <a:pt x="4281" y="7732"/>
                  </a:cubicBezTo>
                  <a:cubicBezTo>
                    <a:pt x="4281" y="7670"/>
                    <a:pt x="4343" y="7452"/>
                    <a:pt x="4467" y="7452"/>
                  </a:cubicBezTo>
                  <a:cubicBezTo>
                    <a:pt x="4591" y="7452"/>
                    <a:pt x="4653" y="7670"/>
                    <a:pt x="4653" y="7763"/>
                  </a:cubicBezTo>
                  <a:cubicBezTo>
                    <a:pt x="4591" y="8104"/>
                    <a:pt x="4715" y="8476"/>
                    <a:pt x="4932" y="8755"/>
                  </a:cubicBezTo>
                  <a:cubicBezTo>
                    <a:pt x="5118" y="8941"/>
                    <a:pt x="5336" y="9034"/>
                    <a:pt x="5615" y="9034"/>
                  </a:cubicBezTo>
                  <a:cubicBezTo>
                    <a:pt x="5708" y="9034"/>
                    <a:pt x="5801" y="8972"/>
                    <a:pt x="5801" y="8848"/>
                  </a:cubicBezTo>
                  <a:lnTo>
                    <a:pt x="5801" y="5095"/>
                  </a:lnTo>
                  <a:cubicBezTo>
                    <a:pt x="5801" y="4943"/>
                    <a:pt x="5920" y="4865"/>
                    <a:pt x="6039" y="4865"/>
                  </a:cubicBezTo>
                  <a:cubicBezTo>
                    <a:pt x="6139" y="4865"/>
                    <a:pt x="6238" y="4920"/>
                    <a:pt x="6266" y="5033"/>
                  </a:cubicBezTo>
                  <a:lnTo>
                    <a:pt x="6266" y="7794"/>
                  </a:lnTo>
                  <a:cubicBezTo>
                    <a:pt x="6266" y="7918"/>
                    <a:pt x="6359" y="8011"/>
                    <a:pt x="6483" y="8011"/>
                  </a:cubicBezTo>
                  <a:cubicBezTo>
                    <a:pt x="6576" y="8011"/>
                    <a:pt x="6669" y="7918"/>
                    <a:pt x="6669" y="7794"/>
                  </a:cubicBezTo>
                  <a:lnTo>
                    <a:pt x="6669" y="4723"/>
                  </a:lnTo>
                  <a:cubicBezTo>
                    <a:pt x="6669" y="4568"/>
                    <a:pt x="6786" y="4490"/>
                    <a:pt x="6902" y="4490"/>
                  </a:cubicBezTo>
                  <a:close/>
                  <a:moveTo>
                    <a:pt x="11214" y="0"/>
                  </a:moveTo>
                  <a:cubicBezTo>
                    <a:pt x="11144" y="0"/>
                    <a:pt x="11074" y="23"/>
                    <a:pt x="11012" y="70"/>
                  </a:cubicBezTo>
                  <a:lnTo>
                    <a:pt x="9337" y="1683"/>
                  </a:lnTo>
                  <a:cubicBezTo>
                    <a:pt x="9244" y="1776"/>
                    <a:pt x="9213" y="1931"/>
                    <a:pt x="9306" y="2024"/>
                  </a:cubicBezTo>
                  <a:cubicBezTo>
                    <a:pt x="9337" y="2086"/>
                    <a:pt x="9368" y="2117"/>
                    <a:pt x="9430" y="2179"/>
                  </a:cubicBezTo>
                  <a:lnTo>
                    <a:pt x="9151" y="2427"/>
                  </a:lnTo>
                  <a:cubicBezTo>
                    <a:pt x="9042" y="2396"/>
                    <a:pt x="8926" y="2381"/>
                    <a:pt x="8810" y="2381"/>
                  </a:cubicBezTo>
                  <a:cubicBezTo>
                    <a:pt x="8693" y="2381"/>
                    <a:pt x="8577" y="2396"/>
                    <a:pt x="8469" y="2427"/>
                  </a:cubicBezTo>
                  <a:cubicBezTo>
                    <a:pt x="8065" y="2582"/>
                    <a:pt x="7693" y="2831"/>
                    <a:pt x="7414" y="3141"/>
                  </a:cubicBezTo>
                  <a:cubicBezTo>
                    <a:pt x="7104" y="2862"/>
                    <a:pt x="6762" y="2644"/>
                    <a:pt x="6390" y="2520"/>
                  </a:cubicBezTo>
                  <a:cubicBezTo>
                    <a:pt x="6128" y="2404"/>
                    <a:pt x="5853" y="2349"/>
                    <a:pt x="5580" y="2349"/>
                  </a:cubicBezTo>
                  <a:cubicBezTo>
                    <a:pt x="5271" y="2349"/>
                    <a:pt x="4964" y="2420"/>
                    <a:pt x="4684" y="2551"/>
                  </a:cubicBezTo>
                  <a:lnTo>
                    <a:pt x="4405" y="2241"/>
                  </a:lnTo>
                  <a:cubicBezTo>
                    <a:pt x="4529" y="2148"/>
                    <a:pt x="4622" y="2024"/>
                    <a:pt x="4560" y="1869"/>
                  </a:cubicBezTo>
                  <a:cubicBezTo>
                    <a:pt x="4529" y="1807"/>
                    <a:pt x="2978" y="132"/>
                    <a:pt x="2916" y="101"/>
                  </a:cubicBezTo>
                  <a:cubicBezTo>
                    <a:pt x="2866" y="34"/>
                    <a:pt x="2790" y="4"/>
                    <a:pt x="2710" y="4"/>
                  </a:cubicBezTo>
                  <a:cubicBezTo>
                    <a:pt x="2641" y="4"/>
                    <a:pt x="2570" y="27"/>
                    <a:pt x="2513" y="70"/>
                  </a:cubicBezTo>
                  <a:lnTo>
                    <a:pt x="1148" y="1404"/>
                  </a:lnTo>
                  <a:cubicBezTo>
                    <a:pt x="978" y="1549"/>
                    <a:pt x="1112" y="1771"/>
                    <a:pt x="1283" y="1771"/>
                  </a:cubicBezTo>
                  <a:cubicBezTo>
                    <a:pt x="1330" y="1771"/>
                    <a:pt x="1380" y="1754"/>
                    <a:pt x="1427" y="1714"/>
                  </a:cubicBezTo>
                  <a:lnTo>
                    <a:pt x="2730" y="473"/>
                  </a:lnTo>
                  <a:lnTo>
                    <a:pt x="4126" y="1962"/>
                  </a:lnTo>
                  <a:lnTo>
                    <a:pt x="1892" y="4102"/>
                  </a:lnTo>
                  <a:lnTo>
                    <a:pt x="466" y="2613"/>
                  </a:lnTo>
                  <a:lnTo>
                    <a:pt x="776" y="2303"/>
                  </a:lnTo>
                  <a:cubicBezTo>
                    <a:pt x="919" y="2160"/>
                    <a:pt x="806" y="1963"/>
                    <a:pt x="647" y="1963"/>
                  </a:cubicBezTo>
                  <a:cubicBezTo>
                    <a:pt x="599" y="1963"/>
                    <a:pt x="547" y="1981"/>
                    <a:pt x="497" y="2024"/>
                  </a:cubicBezTo>
                  <a:lnTo>
                    <a:pt x="93" y="2396"/>
                  </a:lnTo>
                  <a:cubicBezTo>
                    <a:pt x="0" y="2520"/>
                    <a:pt x="0" y="2676"/>
                    <a:pt x="93" y="2800"/>
                  </a:cubicBezTo>
                  <a:cubicBezTo>
                    <a:pt x="124" y="2831"/>
                    <a:pt x="1706" y="4475"/>
                    <a:pt x="1737" y="4506"/>
                  </a:cubicBezTo>
                  <a:cubicBezTo>
                    <a:pt x="1784" y="4537"/>
                    <a:pt x="1838" y="4552"/>
                    <a:pt x="1892" y="4552"/>
                  </a:cubicBezTo>
                  <a:cubicBezTo>
                    <a:pt x="1947" y="4552"/>
                    <a:pt x="2001" y="4537"/>
                    <a:pt x="2048" y="4506"/>
                  </a:cubicBezTo>
                  <a:cubicBezTo>
                    <a:pt x="2110" y="4475"/>
                    <a:pt x="2141" y="4413"/>
                    <a:pt x="2172" y="4382"/>
                  </a:cubicBezTo>
                  <a:lnTo>
                    <a:pt x="2451" y="4661"/>
                  </a:lnTo>
                  <a:cubicBezTo>
                    <a:pt x="2358" y="4940"/>
                    <a:pt x="2296" y="5529"/>
                    <a:pt x="2978" y="6243"/>
                  </a:cubicBezTo>
                  <a:lnTo>
                    <a:pt x="4033" y="7328"/>
                  </a:lnTo>
                  <a:cubicBezTo>
                    <a:pt x="3971" y="7452"/>
                    <a:pt x="3909" y="7577"/>
                    <a:pt x="3909" y="7732"/>
                  </a:cubicBezTo>
                  <a:cubicBezTo>
                    <a:pt x="3878" y="8290"/>
                    <a:pt x="3971" y="8848"/>
                    <a:pt x="4219" y="9376"/>
                  </a:cubicBezTo>
                  <a:cubicBezTo>
                    <a:pt x="4467" y="9903"/>
                    <a:pt x="4901" y="10337"/>
                    <a:pt x="5491" y="10523"/>
                  </a:cubicBezTo>
                  <a:lnTo>
                    <a:pt x="5491" y="10958"/>
                  </a:lnTo>
                  <a:lnTo>
                    <a:pt x="5336" y="10958"/>
                  </a:lnTo>
                  <a:cubicBezTo>
                    <a:pt x="5180" y="10958"/>
                    <a:pt x="5087" y="11051"/>
                    <a:pt x="5087" y="11206"/>
                  </a:cubicBezTo>
                  <a:lnTo>
                    <a:pt x="5087" y="13532"/>
                  </a:lnTo>
                  <a:cubicBezTo>
                    <a:pt x="5087" y="13687"/>
                    <a:pt x="5180" y="13811"/>
                    <a:pt x="5336" y="13811"/>
                  </a:cubicBezTo>
                  <a:lnTo>
                    <a:pt x="7197" y="13811"/>
                  </a:lnTo>
                  <a:cubicBezTo>
                    <a:pt x="7383" y="13749"/>
                    <a:pt x="7383" y="13470"/>
                    <a:pt x="7197" y="13439"/>
                  </a:cubicBezTo>
                  <a:lnTo>
                    <a:pt x="5460" y="13439"/>
                  </a:lnTo>
                  <a:lnTo>
                    <a:pt x="5460" y="11361"/>
                  </a:lnTo>
                  <a:lnTo>
                    <a:pt x="8562" y="11361"/>
                  </a:lnTo>
                  <a:lnTo>
                    <a:pt x="8562" y="13408"/>
                  </a:lnTo>
                  <a:lnTo>
                    <a:pt x="8158" y="13408"/>
                  </a:lnTo>
                  <a:cubicBezTo>
                    <a:pt x="7941" y="13439"/>
                    <a:pt x="7941" y="13780"/>
                    <a:pt x="8158" y="13811"/>
                  </a:cubicBezTo>
                  <a:lnTo>
                    <a:pt x="8717" y="13811"/>
                  </a:lnTo>
                  <a:cubicBezTo>
                    <a:pt x="8841" y="13811"/>
                    <a:pt x="8965" y="13687"/>
                    <a:pt x="8996" y="13532"/>
                  </a:cubicBezTo>
                  <a:lnTo>
                    <a:pt x="8996" y="11206"/>
                  </a:lnTo>
                  <a:cubicBezTo>
                    <a:pt x="8996" y="11051"/>
                    <a:pt x="8872" y="10927"/>
                    <a:pt x="8717" y="10927"/>
                  </a:cubicBezTo>
                  <a:lnTo>
                    <a:pt x="8562" y="10927"/>
                  </a:lnTo>
                  <a:lnTo>
                    <a:pt x="8562" y="10554"/>
                  </a:lnTo>
                  <a:cubicBezTo>
                    <a:pt x="8810" y="10399"/>
                    <a:pt x="9244" y="10027"/>
                    <a:pt x="9244" y="9034"/>
                  </a:cubicBezTo>
                  <a:lnTo>
                    <a:pt x="9244" y="6677"/>
                  </a:lnTo>
                  <a:lnTo>
                    <a:pt x="9926" y="6057"/>
                  </a:lnTo>
                  <a:cubicBezTo>
                    <a:pt x="9957" y="6119"/>
                    <a:pt x="9957" y="6181"/>
                    <a:pt x="9957" y="6243"/>
                  </a:cubicBezTo>
                  <a:cubicBezTo>
                    <a:pt x="9895" y="6491"/>
                    <a:pt x="9771" y="6708"/>
                    <a:pt x="9554" y="6863"/>
                  </a:cubicBezTo>
                  <a:cubicBezTo>
                    <a:pt x="9337" y="7049"/>
                    <a:pt x="9244" y="7390"/>
                    <a:pt x="9337" y="7670"/>
                  </a:cubicBezTo>
                  <a:cubicBezTo>
                    <a:pt x="9430" y="7856"/>
                    <a:pt x="9608" y="7933"/>
                    <a:pt x="9795" y="7933"/>
                  </a:cubicBezTo>
                  <a:cubicBezTo>
                    <a:pt x="9981" y="7933"/>
                    <a:pt x="10175" y="7856"/>
                    <a:pt x="10299" y="7732"/>
                  </a:cubicBezTo>
                  <a:cubicBezTo>
                    <a:pt x="10733" y="7359"/>
                    <a:pt x="11074" y="6894"/>
                    <a:pt x="11291" y="6367"/>
                  </a:cubicBezTo>
                  <a:cubicBezTo>
                    <a:pt x="11508" y="5808"/>
                    <a:pt x="11508" y="5219"/>
                    <a:pt x="11260" y="4661"/>
                  </a:cubicBezTo>
                  <a:lnTo>
                    <a:pt x="11539" y="4382"/>
                  </a:lnTo>
                  <a:lnTo>
                    <a:pt x="11632" y="4475"/>
                  </a:lnTo>
                  <a:cubicBezTo>
                    <a:pt x="11695" y="4537"/>
                    <a:pt x="11764" y="4568"/>
                    <a:pt x="11834" y="4568"/>
                  </a:cubicBezTo>
                  <a:cubicBezTo>
                    <a:pt x="11904" y="4568"/>
                    <a:pt x="11974" y="4537"/>
                    <a:pt x="12036" y="4475"/>
                  </a:cubicBezTo>
                  <a:lnTo>
                    <a:pt x="13711" y="2893"/>
                  </a:lnTo>
                  <a:cubicBezTo>
                    <a:pt x="13804" y="2769"/>
                    <a:pt x="13804" y="2583"/>
                    <a:pt x="13711" y="2489"/>
                  </a:cubicBezTo>
                  <a:lnTo>
                    <a:pt x="13711" y="2489"/>
                  </a:lnTo>
                  <a:lnTo>
                    <a:pt x="13742" y="2520"/>
                  </a:lnTo>
                  <a:lnTo>
                    <a:pt x="11415" y="70"/>
                  </a:lnTo>
                  <a:cubicBezTo>
                    <a:pt x="11353" y="23"/>
                    <a:pt x="11284" y="0"/>
                    <a:pt x="11214"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8"/>
            <p:cNvSpPr/>
            <p:nvPr/>
          </p:nvSpPr>
          <p:spPr>
            <a:xfrm>
              <a:off x="3550200" y="3852150"/>
              <a:ext cx="23825" cy="20050"/>
            </a:xfrm>
            <a:custGeom>
              <a:rect b="b" l="l" r="r" t="t"/>
              <a:pathLst>
                <a:path extrusionOk="0" h="802" w="953">
                  <a:moveTo>
                    <a:pt x="656" y="0"/>
                  </a:moveTo>
                  <a:cubicBezTo>
                    <a:pt x="613" y="0"/>
                    <a:pt x="568" y="17"/>
                    <a:pt x="528" y="58"/>
                  </a:cubicBezTo>
                  <a:lnTo>
                    <a:pt x="125" y="461"/>
                  </a:lnTo>
                  <a:cubicBezTo>
                    <a:pt x="1" y="585"/>
                    <a:pt x="94" y="802"/>
                    <a:pt x="280" y="802"/>
                  </a:cubicBezTo>
                  <a:cubicBezTo>
                    <a:pt x="342" y="802"/>
                    <a:pt x="373" y="771"/>
                    <a:pt x="404" y="740"/>
                  </a:cubicBezTo>
                  <a:lnTo>
                    <a:pt x="807" y="368"/>
                  </a:lnTo>
                  <a:cubicBezTo>
                    <a:pt x="953" y="222"/>
                    <a:pt x="813" y="0"/>
                    <a:pt x="656"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8"/>
            <p:cNvSpPr/>
            <p:nvPr/>
          </p:nvSpPr>
          <p:spPr>
            <a:xfrm>
              <a:off x="3320975" y="3816375"/>
              <a:ext cx="23750" cy="19400"/>
            </a:xfrm>
            <a:custGeom>
              <a:rect b="b" l="l" r="r" t="t"/>
              <a:pathLst>
                <a:path extrusionOk="0" h="776" w="950">
                  <a:moveTo>
                    <a:pt x="311" y="0"/>
                  </a:moveTo>
                  <a:cubicBezTo>
                    <a:pt x="150" y="0"/>
                    <a:pt x="0" y="198"/>
                    <a:pt x="143" y="341"/>
                  </a:cubicBezTo>
                  <a:lnTo>
                    <a:pt x="546" y="713"/>
                  </a:lnTo>
                  <a:cubicBezTo>
                    <a:pt x="577" y="775"/>
                    <a:pt x="639" y="775"/>
                    <a:pt x="670" y="775"/>
                  </a:cubicBezTo>
                  <a:cubicBezTo>
                    <a:pt x="856" y="775"/>
                    <a:pt x="949" y="589"/>
                    <a:pt x="825" y="434"/>
                  </a:cubicBezTo>
                  <a:lnTo>
                    <a:pt x="453" y="62"/>
                  </a:lnTo>
                  <a:cubicBezTo>
                    <a:pt x="410" y="18"/>
                    <a:pt x="360" y="0"/>
                    <a:pt x="311"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8"/>
            <p:cNvSpPr/>
            <p:nvPr/>
          </p:nvSpPr>
          <p:spPr>
            <a:xfrm>
              <a:off x="3402075" y="4083500"/>
              <a:ext cx="9350" cy="20975"/>
            </a:xfrm>
            <a:custGeom>
              <a:rect b="b" l="l" r="r" t="t"/>
              <a:pathLst>
                <a:path extrusionOk="0" h="839" w="374">
                  <a:moveTo>
                    <a:pt x="175" y="1"/>
                  </a:moveTo>
                  <a:cubicBezTo>
                    <a:pt x="94" y="1"/>
                    <a:pt x="16" y="47"/>
                    <a:pt x="1" y="140"/>
                  </a:cubicBezTo>
                  <a:lnTo>
                    <a:pt x="1" y="699"/>
                  </a:lnTo>
                  <a:cubicBezTo>
                    <a:pt x="16" y="792"/>
                    <a:pt x="94" y="838"/>
                    <a:pt x="175" y="838"/>
                  </a:cubicBezTo>
                  <a:cubicBezTo>
                    <a:pt x="257" y="838"/>
                    <a:pt x="342" y="792"/>
                    <a:pt x="373" y="699"/>
                  </a:cubicBezTo>
                  <a:lnTo>
                    <a:pt x="373" y="140"/>
                  </a:lnTo>
                  <a:cubicBezTo>
                    <a:pt x="342" y="47"/>
                    <a:pt x="257" y="1"/>
                    <a:pt x="175" y="1"/>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78"/>
          <p:cNvGrpSpPr/>
          <p:nvPr/>
        </p:nvGrpSpPr>
        <p:grpSpPr>
          <a:xfrm>
            <a:off x="3762147" y="3423799"/>
            <a:ext cx="369395" cy="370305"/>
            <a:chOff x="2493225" y="1557325"/>
            <a:chExt cx="345100" cy="345950"/>
          </a:xfrm>
        </p:grpSpPr>
        <p:sp>
          <p:nvSpPr>
            <p:cNvPr id="1161" name="Google Shape;1161;p78"/>
            <p:cNvSpPr/>
            <p:nvPr/>
          </p:nvSpPr>
          <p:spPr>
            <a:xfrm>
              <a:off x="2493225" y="1557325"/>
              <a:ext cx="345100" cy="345950"/>
            </a:xfrm>
            <a:custGeom>
              <a:rect b="b" l="l" r="r" t="t"/>
              <a:pathLst>
                <a:path extrusionOk="0" h="13838" w="13804">
                  <a:moveTo>
                    <a:pt x="6879" y="7581"/>
                  </a:moveTo>
                  <a:cubicBezTo>
                    <a:pt x="7573" y="7581"/>
                    <a:pt x="8242" y="8099"/>
                    <a:pt x="8282" y="8905"/>
                  </a:cubicBezTo>
                  <a:lnTo>
                    <a:pt x="6980" y="8316"/>
                  </a:lnTo>
                  <a:cubicBezTo>
                    <a:pt x="6964" y="8301"/>
                    <a:pt x="6941" y="8293"/>
                    <a:pt x="6914" y="8293"/>
                  </a:cubicBezTo>
                  <a:cubicBezTo>
                    <a:pt x="6886" y="8293"/>
                    <a:pt x="6855" y="8301"/>
                    <a:pt x="6824" y="8316"/>
                  </a:cubicBezTo>
                  <a:lnTo>
                    <a:pt x="5522" y="8937"/>
                  </a:lnTo>
                  <a:cubicBezTo>
                    <a:pt x="5522" y="8626"/>
                    <a:pt x="5615" y="8316"/>
                    <a:pt x="5832" y="8068"/>
                  </a:cubicBezTo>
                  <a:cubicBezTo>
                    <a:pt x="6125" y="7731"/>
                    <a:pt x="6506" y="7581"/>
                    <a:pt x="6879" y="7581"/>
                  </a:cubicBezTo>
                  <a:close/>
                  <a:moveTo>
                    <a:pt x="2885" y="8533"/>
                  </a:moveTo>
                  <a:cubicBezTo>
                    <a:pt x="3319" y="8595"/>
                    <a:pt x="3660" y="8874"/>
                    <a:pt x="3847" y="9247"/>
                  </a:cubicBezTo>
                  <a:lnTo>
                    <a:pt x="1706" y="9247"/>
                  </a:lnTo>
                  <a:cubicBezTo>
                    <a:pt x="1861" y="8874"/>
                    <a:pt x="2203" y="8595"/>
                    <a:pt x="2637" y="8533"/>
                  </a:cubicBezTo>
                  <a:close/>
                  <a:moveTo>
                    <a:pt x="11049" y="8558"/>
                  </a:moveTo>
                  <a:cubicBezTo>
                    <a:pt x="11376" y="8558"/>
                    <a:pt x="11706" y="8695"/>
                    <a:pt x="11943" y="8999"/>
                  </a:cubicBezTo>
                  <a:cubicBezTo>
                    <a:pt x="11461" y="9453"/>
                    <a:pt x="10842" y="9700"/>
                    <a:pt x="10203" y="9700"/>
                  </a:cubicBezTo>
                  <a:cubicBezTo>
                    <a:pt x="10101" y="9700"/>
                    <a:pt x="9998" y="9694"/>
                    <a:pt x="9895" y="9681"/>
                  </a:cubicBezTo>
                  <a:lnTo>
                    <a:pt x="9895" y="9650"/>
                  </a:lnTo>
                  <a:cubicBezTo>
                    <a:pt x="9915" y="8978"/>
                    <a:pt x="10476" y="8558"/>
                    <a:pt x="11049" y="8558"/>
                  </a:cubicBezTo>
                  <a:close/>
                  <a:moveTo>
                    <a:pt x="6918" y="8719"/>
                  </a:moveTo>
                  <a:lnTo>
                    <a:pt x="8251" y="9340"/>
                  </a:lnTo>
                  <a:cubicBezTo>
                    <a:pt x="8047" y="10014"/>
                    <a:pt x="7470" y="10356"/>
                    <a:pt x="6898" y="10356"/>
                  </a:cubicBezTo>
                  <a:cubicBezTo>
                    <a:pt x="6338" y="10356"/>
                    <a:pt x="5783" y="10030"/>
                    <a:pt x="5584" y="9371"/>
                  </a:cubicBezTo>
                  <a:lnTo>
                    <a:pt x="6918" y="8719"/>
                  </a:lnTo>
                  <a:close/>
                  <a:moveTo>
                    <a:pt x="12160" y="9371"/>
                  </a:moveTo>
                  <a:cubicBezTo>
                    <a:pt x="12191" y="9464"/>
                    <a:pt x="12191" y="9588"/>
                    <a:pt x="12191" y="9681"/>
                  </a:cubicBezTo>
                  <a:cubicBezTo>
                    <a:pt x="12191" y="10332"/>
                    <a:pt x="11694" y="10829"/>
                    <a:pt x="11074" y="10860"/>
                  </a:cubicBezTo>
                  <a:lnTo>
                    <a:pt x="11043" y="10829"/>
                  </a:lnTo>
                  <a:cubicBezTo>
                    <a:pt x="10547" y="10829"/>
                    <a:pt x="10144" y="10518"/>
                    <a:pt x="9957" y="10053"/>
                  </a:cubicBezTo>
                  <a:lnTo>
                    <a:pt x="9957" y="10053"/>
                  </a:lnTo>
                  <a:cubicBezTo>
                    <a:pt x="10069" y="10066"/>
                    <a:pt x="10180" y="10072"/>
                    <a:pt x="10289" y="10072"/>
                  </a:cubicBezTo>
                  <a:cubicBezTo>
                    <a:pt x="10975" y="10072"/>
                    <a:pt x="11625" y="9825"/>
                    <a:pt x="12160" y="9371"/>
                  </a:cubicBezTo>
                  <a:close/>
                  <a:moveTo>
                    <a:pt x="3909" y="9681"/>
                  </a:moveTo>
                  <a:cubicBezTo>
                    <a:pt x="4033" y="10394"/>
                    <a:pt x="3474" y="11046"/>
                    <a:pt x="2761" y="11046"/>
                  </a:cubicBezTo>
                  <a:cubicBezTo>
                    <a:pt x="2016" y="11046"/>
                    <a:pt x="1489" y="10394"/>
                    <a:pt x="1613" y="9681"/>
                  </a:cubicBezTo>
                  <a:close/>
                  <a:moveTo>
                    <a:pt x="2761" y="11232"/>
                  </a:moveTo>
                  <a:cubicBezTo>
                    <a:pt x="3288" y="11232"/>
                    <a:pt x="3847" y="11449"/>
                    <a:pt x="4250" y="11821"/>
                  </a:cubicBezTo>
                  <a:cubicBezTo>
                    <a:pt x="3940" y="12318"/>
                    <a:pt x="3754" y="12845"/>
                    <a:pt x="3691" y="13434"/>
                  </a:cubicBezTo>
                  <a:lnTo>
                    <a:pt x="403" y="13434"/>
                  </a:lnTo>
                  <a:cubicBezTo>
                    <a:pt x="497" y="12845"/>
                    <a:pt x="745" y="12318"/>
                    <a:pt x="1117" y="11883"/>
                  </a:cubicBezTo>
                  <a:cubicBezTo>
                    <a:pt x="1551" y="11480"/>
                    <a:pt x="2141" y="11232"/>
                    <a:pt x="2761" y="11232"/>
                  </a:cubicBezTo>
                  <a:close/>
                  <a:moveTo>
                    <a:pt x="6855" y="10767"/>
                  </a:moveTo>
                  <a:cubicBezTo>
                    <a:pt x="7600" y="10767"/>
                    <a:pt x="8282" y="11077"/>
                    <a:pt x="8810" y="11573"/>
                  </a:cubicBezTo>
                  <a:cubicBezTo>
                    <a:pt x="9306" y="12100"/>
                    <a:pt x="9616" y="12752"/>
                    <a:pt x="9709" y="13434"/>
                  </a:cubicBezTo>
                  <a:lnTo>
                    <a:pt x="4095" y="13434"/>
                  </a:lnTo>
                  <a:cubicBezTo>
                    <a:pt x="4188" y="12752"/>
                    <a:pt x="4498" y="12100"/>
                    <a:pt x="4963" y="11573"/>
                  </a:cubicBezTo>
                  <a:cubicBezTo>
                    <a:pt x="5460" y="11046"/>
                    <a:pt x="6142" y="10767"/>
                    <a:pt x="6855" y="10767"/>
                  </a:cubicBezTo>
                  <a:close/>
                  <a:moveTo>
                    <a:pt x="6658" y="0"/>
                  </a:moveTo>
                  <a:cubicBezTo>
                    <a:pt x="5521" y="0"/>
                    <a:pt x="4364" y="216"/>
                    <a:pt x="3288" y="623"/>
                  </a:cubicBezTo>
                  <a:cubicBezTo>
                    <a:pt x="3040" y="706"/>
                    <a:pt x="3135" y="1010"/>
                    <a:pt x="3335" y="1010"/>
                  </a:cubicBezTo>
                  <a:cubicBezTo>
                    <a:pt x="3359" y="1010"/>
                    <a:pt x="3385" y="1006"/>
                    <a:pt x="3412" y="996"/>
                  </a:cubicBezTo>
                  <a:cubicBezTo>
                    <a:pt x="4529" y="592"/>
                    <a:pt x="5708" y="406"/>
                    <a:pt x="6918" y="406"/>
                  </a:cubicBezTo>
                  <a:cubicBezTo>
                    <a:pt x="6975" y="405"/>
                    <a:pt x="7033" y="405"/>
                    <a:pt x="7091" y="405"/>
                  </a:cubicBezTo>
                  <a:cubicBezTo>
                    <a:pt x="8646" y="405"/>
                    <a:pt x="10195" y="806"/>
                    <a:pt x="11570" y="1554"/>
                  </a:cubicBezTo>
                  <a:cubicBezTo>
                    <a:pt x="12780" y="2298"/>
                    <a:pt x="13432" y="3229"/>
                    <a:pt x="13432" y="4253"/>
                  </a:cubicBezTo>
                  <a:cubicBezTo>
                    <a:pt x="13432" y="6021"/>
                    <a:pt x="11322" y="7572"/>
                    <a:pt x="8375" y="7975"/>
                  </a:cubicBezTo>
                  <a:cubicBezTo>
                    <a:pt x="8019" y="7448"/>
                    <a:pt x="7453" y="7184"/>
                    <a:pt x="6886" y="7184"/>
                  </a:cubicBezTo>
                  <a:cubicBezTo>
                    <a:pt x="6320" y="7184"/>
                    <a:pt x="5754" y="7448"/>
                    <a:pt x="5398" y="7975"/>
                  </a:cubicBezTo>
                  <a:cubicBezTo>
                    <a:pt x="2513" y="7572"/>
                    <a:pt x="403" y="5990"/>
                    <a:pt x="403" y="4253"/>
                  </a:cubicBezTo>
                  <a:cubicBezTo>
                    <a:pt x="403" y="3167"/>
                    <a:pt x="1179" y="2143"/>
                    <a:pt x="2544" y="1430"/>
                  </a:cubicBezTo>
                  <a:cubicBezTo>
                    <a:pt x="2731" y="1323"/>
                    <a:pt x="2619" y="1033"/>
                    <a:pt x="2446" y="1033"/>
                  </a:cubicBezTo>
                  <a:cubicBezTo>
                    <a:pt x="2418" y="1033"/>
                    <a:pt x="2388" y="1040"/>
                    <a:pt x="2358" y="1058"/>
                  </a:cubicBezTo>
                  <a:cubicBezTo>
                    <a:pt x="838" y="1864"/>
                    <a:pt x="0" y="3012"/>
                    <a:pt x="0" y="4253"/>
                  </a:cubicBezTo>
                  <a:cubicBezTo>
                    <a:pt x="0" y="5245"/>
                    <a:pt x="559" y="6207"/>
                    <a:pt x="1613" y="6951"/>
                  </a:cubicBezTo>
                  <a:cubicBezTo>
                    <a:pt x="2668" y="7696"/>
                    <a:pt x="3909" y="8161"/>
                    <a:pt x="5211" y="8347"/>
                  </a:cubicBezTo>
                  <a:cubicBezTo>
                    <a:pt x="5149" y="8533"/>
                    <a:pt x="5118" y="8750"/>
                    <a:pt x="5118" y="8968"/>
                  </a:cubicBezTo>
                  <a:cubicBezTo>
                    <a:pt x="5118" y="9588"/>
                    <a:pt x="5429" y="10177"/>
                    <a:pt x="5956" y="10487"/>
                  </a:cubicBezTo>
                  <a:cubicBezTo>
                    <a:pt x="5367" y="10674"/>
                    <a:pt x="4870" y="11015"/>
                    <a:pt x="4498" y="11480"/>
                  </a:cubicBezTo>
                  <a:cubicBezTo>
                    <a:pt x="4250" y="11263"/>
                    <a:pt x="3940" y="11077"/>
                    <a:pt x="3629" y="10984"/>
                  </a:cubicBezTo>
                  <a:cubicBezTo>
                    <a:pt x="4064" y="10674"/>
                    <a:pt x="4312" y="10208"/>
                    <a:pt x="4312" y="9681"/>
                  </a:cubicBezTo>
                  <a:cubicBezTo>
                    <a:pt x="4312" y="8776"/>
                    <a:pt x="3581" y="8127"/>
                    <a:pt x="2778" y="8127"/>
                  </a:cubicBezTo>
                  <a:cubicBezTo>
                    <a:pt x="2535" y="8127"/>
                    <a:pt x="2285" y="8186"/>
                    <a:pt x="2047" y="8316"/>
                  </a:cubicBezTo>
                  <a:cubicBezTo>
                    <a:pt x="993" y="8843"/>
                    <a:pt x="931" y="10301"/>
                    <a:pt x="1892" y="10953"/>
                  </a:cubicBezTo>
                  <a:cubicBezTo>
                    <a:pt x="838" y="11356"/>
                    <a:pt x="93" y="12318"/>
                    <a:pt x="31" y="13465"/>
                  </a:cubicBezTo>
                  <a:cubicBezTo>
                    <a:pt x="0" y="13558"/>
                    <a:pt x="31" y="13651"/>
                    <a:pt x="93" y="13713"/>
                  </a:cubicBezTo>
                  <a:cubicBezTo>
                    <a:pt x="155" y="13806"/>
                    <a:pt x="248" y="13838"/>
                    <a:pt x="372" y="13838"/>
                  </a:cubicBezTo>
                  <a:lnTo>
                    <a:pt x="11539" y="13838"/>
                  </a:lnTo>
                  <a:cubicBezTo>
                    <a:pt x="11788" y="13806"/>
                    <a:pt x="11788" y="13465"/>
                    <a:pt x="11539" y="13434"/>
                  </a:cubicBezTo>
                  <a:lnTo>
                    <a:pt x="10112" y="13434"/>
                  </a:lnTo>
                  <a:cubicBezTo>
                    <a:pt x="10050" y="12845"/>
                    <a:pt x="9864" y="12287"/>
                    <a:pt x="9523" y="11821"/>
                  </a:cubicBezTo>
                  <a:cubicBezTo>
                    <a:pt x="9957" y="11449"/>
                    <a:pt x="10485" y="11232"/>
                    <a:pt x="11043" y="11232"/>
                  </a:cubicBezTo>
                  <a:cubicBezTo>
                    <a:pt x="11601" y="11232"/>
                    <a:pt x="12160" y="11480"/>
                    <a:pt x="12594" y="11852"/>
                  </a:cubicBezTo>
                  <a:cubicBezTo>
                    <a:pt x="13028" y="12287"/>
                    <a:pt x="13276" y="12845"/>
                    <a:pt x="13370" y="13434"/>
                  </a:cubicBezTo>
                  <a:lnTo>
                    <a:pt x="12563" y="13434"/>
                  </a:lnTo>
                  <a:cubicBezTo>
                    <a:pt x="12315" y="13465"/>
                    <a:pt x="12315" y="13806"/>
                    <a:pt x="12563" y="13838"/>
                  </a:cubicBezTo>
                  <a:lnTo>
                    <a:pt x="13432" y="13838"/>
                  </a:lnTo>
                  <a:cubicBezTo>
                    <a:pt x="13525" y="13838"/>
                    <a:pt x="13618" y="13806"/>
                    <a:pt x="13680" y="13713"/>
                  </a:cubicBezTo>
                  <a:cubicBezTo>
                    <a:pt x="13773" y="13651"/>
                    <a:pt x="13804" y="13527"/>
                    <a:pt x="13773" y="13434"/>
                  </a:cubicBezTo>
                  <a:cubicBezTo>
                    <a:pt x="13711" y="12752"/>
                    <a:pt x="13401" y="12100"/>
                    <a:pt x="12904" y="11604"/>
                  </a:cubicBezTo>
                  <a:lnTo>
                    <a:pt x="12935" y="11604"/>
                  </a:lnTo>
                  <a:cubicBezTo>
                    <a:pt x="12656" y="11325"/>
                    <a:pt x="12315" y="11108"/>
                    <a:pt x="11912" y="10953"/>
                  </a:cubicBezTo>
                  <a:cubicBezTo>
                    <a:pt x="12346" y="10674"/>
                    <a:pt x="12594" y="10208"/>
                    <a:pt x="12594" y="9681"/>
                  </a:cubicBezTo>
                  <a:cubicBezTo>
                    <a:pt x="12594" y="8776"/>
                    <a:pt x="11863" y="8127"/>
                    <a:pt x="11046" y="8127"/>
                  </a:cubicBezTo>
                  <a:cubicBezTo>
                    <a:pt x="10799" y="8127"/>
                    <a:pt x="10544" y="8186"/>
                    <a:pt x="10299" y="8316"/>
                  </a:cubicBezTo>
                  <a:cubicBezTo>
                    <a:pt x="9275" y="8874"/>
                    <a:pt x="9213" y="10301"/>
                    <a:pt x="10175" y="10984"/>
                  </a:cubicBezTo>
                  <a:cubicBezTo>
                    <a:pt x="9833" y="11077"/>
                    <a:pt x="9523" y="11263"/>
                    <a:pt x="9275" y="11480"/>
                  </a:cubicBezTo>
                  <a:cubicBezTo>
                    <a:pt x="8903" y="11015"/>
                    <a:pt x="8375" y="10674"/>
                    <a:pt x="7817" y="10487"/>
                  </a:cubicBezTo>
                  <a:cubicBezTo>
                    <a:pt x="8344" y="10177"/>
                    <a:pt x="8686" y="9588"/>
                    <a:pt x="8686" y="8937"/>
                  </a:cubicBezTo>
                  <a:cubicBezTo>
                    <a:pt x="8686" y="8750"/>
                    <a:pt x="8655" y="8533"/>
                    <a:pt x="8562" y="8316"/>
                  </a:cubicBezTo>
                  <a:cubicBezTo>
                    <a:pt x="9864" y="8161"/>
                    <a:pt x="11105" y="7696"/>
                    <a:pt x="12191" y="6951"/>
                  </a:cubicBezTo>
                  <a:cubicBezTo>
                    <a:pt x="13245" y="6176"/>
                    <a:pt x="13804" y="5214"/>
                    <a:pt x="13804" y="4222"/>
                  </a:cubicBezTo>
                  <a:cubicBezTo>
                    <a:pt x="13804" y="3074"/>
                    <a:pt x="13090" y="1988"/>
                    <a:pt x="11757" y="1213"/>
                  </a:cubicBezTo>
                  <a:cubicBezTo>
                    <a:pt x="10321" y="405"/>
                    <a:pt x="8712" y="1"/>
                    <a:pt x="7069" y="1"/>
                  </a:cubicBezTo>
                  <a:cubicBezTo>
                    <a:pt x="7008" y="1"/>
                    <a:pt x="6947" y="2"/>
                    <a:pt x="6886" y="3"/>
                  </a:cubicBezTo>
                  <a:cubicBezTo>
                    <a:pt x="6811" y="1"/>
                    <a:pt x="6735" y="0"/>
                    <a:pt x="66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8"/>
            <p:cNvSpPr/>
            <p:nvPr/>
          </p:nvSpPr>
          <p:spPr>
            <a:xfrm>
              <a:off x="2580850" y="1638000"/>
              <a:ext cx="65950" cy="52025"/>
            </a:xfrm>
            <a:custGeom>
              <a:rect b="b" l="l" r="r" t="t"/>
              <a:pathLst>
                <a:path extrusionOk="0" h="2081" w="2638">
                  <a:moveTo>
                    <a:pt x="1396" y="418"/>
                  </a:moveTo>
                  <a:cubicBezTo>
                    <a:pt x="1446" y="418"/>
                    <a:pt x="1499" y="424"/>
                    <a:pt x="1551" y="436"/>
                  </a:cubicBezTo>
                  <a:cubicBezTo>
                    <a:pt x="2048" y="560"/>
                    <a:pt x="2203" y="1212"/>
                    <a:pt x="1768" y="1553"/>
                  </a:cubicBezTo>
                  <a:cubicBezTo>
                    <a:pt x="1658" y="1638"/>
                    <a:pt x="1531" y="1676"/>
                    <a:pt x="1405" y="1676"/>
                  </a:cubicBezTo>
                  <a:cubicBezTo>
                    <a:pt x="1074" y="1676"/>
                    <a:pt x="753" y="1408"/>
                    <a:pt x="776" y="1026"/>
                  </a:cubicBezTo>
                  <a:cubicBezTo>
                    <a:pt x="776" y="675"/>
                    <a:pt x="1057" y="418"/>
                    <a:pt x="1396" y="418"/>
                  </a:cubicBezTo>
                  <a:close/>
                  <a:moveTo>
                    <a:pt x="1402" y="1"/>
                  </a:moveTo>
                  <a:cubicBezTo>
                    <a:pt x="1152" y="1"/>
                    <a:pt x="897" y="91"/>
                    <a:pt x="683" y="281"/>
                  </a:cubicBezTo>
                  <a:cubicBezTo>
                    <a:pt x="0" y="933"/>
                    <a:pt x="466" y="2080"/>
                    <a:pt x="1396" y="2080"/>
                  </a:cubicBezTo>
                  <a:cubicBezTo>
                    <a:pt x="2110" y="2080"/>
                    <a:pt x="2637" y="1336"/>
                    <a:pt x="2358" y="653"/>
                  </a:cubicBezTo>
                  <a:cubicBezTo>
                    <a:pt x="2186" y="233"/>
                    <a:pt x="1802" y="1"/>
                    <a:pt x="14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8"/>
            <p:cNvSpPr/>
            <p:nvPr/>
          </p:nvSpPr>
          <p:spPr>
            <a:xfrm>
              <a:off x="2556800" y="1605475"/>
              <a:ext cx="117125" cy="117125"/>
            </a:xfrm>
            <a:custGeom>
              <a:rect b="b" l="l" r="r" t="t"/>
              <a:pathLst>
                <a:path extrusionOk="0" h="4685" w="4685">
                  <a:moveTo>
                    <a:pt x="2513" y="403"/>
                  </a:moveTo>
                  <a:lnTo>
                    <a:pt x="2606" y="745"/>
                  </a:lnTo>
                  <a:cubicBezTo>
                    <a:pt x="2637" y="807"/>
                    <a:pt x="2668" y="838"/>
                    <a:pt x="2730" y="869"/>
                  </a:cubicBezTo>
                  <a:lnTo>
                    <a:pt x="3227" y="1117"/>
                  </a:lnTo>
                  <a:cubicBezTo>
                    <a:pt x="3258" y="1132"/>
                    <a:pt x="3289" y="1140"/>
                    <a:pt x="3320" y="1140"/>
                  </a:cubicBezTo>
                  <a:cubicBezTo>
                    <a:pt x="3351" y="1140"/>
                    <a:pt x="3382" y="1132"/>
                    <a:pt x="3413" y="1117"/>
                  </a:cubicBezTo>
                  <a:lnTo>
                    <a:pt x="3723" y="962"/>
                  </a:lnTo>
                  <a:lnTo>
                    <a:pt x="3816" y="1086"/>
                  </a:lnTo>
                  <a:lnTo>
                    <a:pt x="3661" y="1396"/>
                  </a:lnTo>
                  <a:cubicBezTo>
                    <a:pt x="3630" y="1458"/>
                    <a:pt x="3630" y="1520"/>
                    <a:pt x="3661" y="1551"/>
                  </a:cubicBezTo>
                  <a:lnTo>
                    <a:pt x="3847" y="2078"/>
                  </a:lnTo>
                  <a:cubicBezTo>
                    <a:pt x="3847" y="2141"/>
                    <a:pt x="3909" y="2203"/>
                    <a:pt x="3971" y="2203"/>
                  </a:cubicBezTo>
                  <a:lnTo>
                    <a:pt x="4281" y="2327"/>
                  </a:lnTo>
                  <a:lnTo>
                    <a:pt x="4281" y="2482"/>
                  </a:lnTo>
                  <a:lnTo>
                    <a:pt x="3940" y="2575"/>
                  </a:lnTo>
                  <a:cubicBezTo>
                    <a:pt x="3909" y="2606"/>
                    <a:pt x="3847" y="2637"/>
                    <a:pt x="3816" y="2699"/>
                  </a:cubicBezTo>
                  <a:lnTo>
                    <a:pt x="3568" y="3195"/>
                  </a:lnTo>
                  <a:cubicBezTo>
                    <a:pt x="3537" y="3257"/>
                    <a:pt x="3537" y="3319"/>
                    <a:pt x="3568" y="3381"/>
                  </a:cubicBezTo>
                  <a:lnTo>
                    <a:pt x="3723" y="3691"/>
                  </a:lnTo>
                  <a:lnTo>
                    <a:pt x="3599" y="3816"/>
                  </a:lnTo>
                  <a:lnTo>
                    <a:pt x="3320" y="3629"/>
                  </a:lnTo>
                  <a:cubicBezTo>
                    <a:pt x="3289" y="3614"/>
                    <a:pt x="3258" y="3606"/>
                    <a:pt x="3227" y="3606"/>
                  </a:cubicBezTo>
                  <a:cubicBezTo>
                    <a:pt x="3196" y="3606"/>
                    <a:pt x="3165" y="3614"/>
                    <a:pt x="3134" y="3629"/>
                  </a:cubicBezTo>
                  <a:lnTo>
                    <a:pt x="2606" y="3816"/>
                  </a:lnTo>
                  <a:cubicBezTo>
                    <a:pt x="2544" y="3816"/>
                    <a:pt x="2513" y="3878"/>
                    <a:pt x="2482" y="3940"/>
                  </a:cubicBezTo>
                  <a:lnTo>
                    <a:pt x="2358" y="4281"/>
                  </a:lnTo>
                  <a:lnTo>
                    <a:pt x="2203" y="4281"/>
                  </a:lnTo>
                  <a:lnTo>
                    <a:pt x="2110" y="3909"/>
                  </a:lnTo>
                  <a:cubicBezTo>
                    <a:pt x="2079" y="3878"/>
                    <a:pt x="2048" y="3816"/>
                    <a:pt x="2017" y="3785"/>
                  </a:cubicBezTo>
                  <a:lnTo>
                    <a:pt x="1490" y="3536"/>
                  </a:lnTo>
                  <a:lnTo>
                    <a:pt x="1335" y="3536"/>
                  </a:lnTo>
                  <a:lnTo>
                    <a:pt x="993" y="3691"/>
                  </a:lnTo>
                  <a:lnTo>
                    <a:pt x="900" y="3567"/>
                  </a:lnTo>
                  <a:lnTo>
                    <a:pt x="1086" y="3257"/>
                  </a:lnTo>
                  <a:cubicBezTo>
                    <a:pt x="1086" y="3226"/>
                    <a:pt x="1086" y="3164"/>
                    <a:pt x="1086" y="3102"/>
                  </a:cubicBezTo>
                  <a:lnTo>
                    <a:pt x="900" y="2575"/>
                  </a:lnTo>
                  <a:cubicBezTo>
                    <a:pt x="869" y="2513"/>
                    <a:pt x="838" y="2482"/>
                    <a:pt x="776" y="2451"/>
                  </a:cubicBezTo>
                  <a:lnTo>
                    <a:pt x="435" y="2327"/>
                  </a:lnTo>
                  <a:lnTo>
                    <a:pt x="435" y="2172"/>
                  </a:lnTo>
                  <a:lnTo>
                    <a:pt x="776" y="2078"/>
                  </a:lnTo>
                  <a:cubicBezTo>
                    <a:pt x="838" y="2078"/>
                    <a:pt x="869" y="2016"/>
                    <a:pt x="900" y="1985"/>
                  </a:cubicBezTo>
                  <a:lnTo>
                    <a:pt x="1148" y="1458"/>
                  </a:lnTo>
                  <a:cubicBezTo>
                    <a:pt x="1180" y="1427"/>
                    <a:pt x="1180" y="1365"/>
                    <a:pt x="1148" y="1303"/>
                  </a:cubicBezTo>
                  <a:lnTo>
                    <a:pt x="993" y="962"/>
                  </a:lnTo>
                  <a:lnTo>
                    <a:pt x="1117" y="869"/>
                  </a:lnTo>
                  <a:lnTo>
                    <a:pt x="1428" y="1055"/>
                  </a:lnTo>
                  <a:lnTo>
                    <a:pt x="1583" y="1055"/>
                  </a:lnTo>
                  <a:lnTo>
                    <a:pt x="2110" y="869"/>
                  </a:lnTo>
                  <a:cubicBezTo>
                    <a:pt x="2172" y="838"/>
                    <a:pt x="2234" y="807"/>
                    <a:pt x="2234" y="745"/>
                  </a:cubicBezTo>
                  <a:lnTo>
                    <a:pt x="2358" y="403"/>
                  </a:lnTo>
                  <a:close/>
                  <a:moveTo>
                    <a:pt x="2265" y="0"/>
                  </a:moveTo>
                  <a:cubicBezTo>
                    <a:pt x="2172" y="0"/>
                    <a:pt x="2079" y="62"/>
                    <a:pt x="2048" y="124"/>
                  </a:cubicBezTo>
                  <a:lnTo>
                    <a:pt x="1924" y="528"/>
                  </a:lnTo>
                  <a:lnTo>
                    <a:pt x="1552" y="652"/>
                  </a:lnTo>
                  <a:lnTo>
                    <a:pt x="1211" y="434"/>
                  </a:lnTo>
                  <a:cubicBezTo>
                    <a:pt x="1172" y="422"/>
                    <a:pt x="1133" y="414"/>
                    <a:pt x="1097" y="414"/>
                  </a:cubicBezTo>
                  <a:cubicBezTo>
                    <a:pt x="1046" y="414"/>
                    <a:pt x="999" y="429"/>
                    <a:pt x="962" y="465"/>
                  </a:cubicBezTo>
                  <a:lnTo>
                    <a:pt x="621" y="776"/>
                  </a:lnTo>
                  <a:cubicBezTo>
                    <a:pt x="559" y="838"/>
                    <a:pt x="559" y="931"/>
                    <a:pt x="590" y="1024"/>
                  </a:cubicBezTo>
                  <a:lnTo>
                    <a:pt x="745" y="1396"/>
                  </a:lnTo>
                  <a:lnTo>
                    <a:pt x="590" y="1737"/>
                  </a:lnTo>
                  <a:lnTo>
                    <a:pt x="218" y="1830"/>
                  </a:lnTo>
                  <a:cubicBezTo>
                    <a:pt x="125" y="1861"/>
                    <a:pt x="63" y="1954"/>
                    <a:pt x="63" y="2016"/>
                  </a:cubicBezTo>
                  <a:lnTo>
                    <a:pt x="32" y="2451"/>
                  </a:lnTo>
                  <a:cubicBezTo>
                    <a:pt x="1" y="2544"/>
                    <a:pt x="63" y="2637"/>
                    <a:pt x="156" y="2668"/>
                  </a:cubicBezTo>
                  <a:lnTo>
                    <a:pt x="528" y="2792"/>
                  </a:lnTo>
                  <a:lnTo>
                    <a:pt x="652" y="3164"/>
                  </a:lnTo>
                  <a:lnTo>
                    <a:pt x="466" y="3505"/>
                  </a:lnTo>
                  <a:cubicBezTo>
                    <a:pt x="404" y="3598"/>
                    <a:pt x="435" y="3691"/>
                    <a:pt x="497" y="3753"/>
                  </a:cubicBezTo>
                  <a:lnTo>
                    <a:pt x="807" y="4095"/>
                  </a:lnTo>
                  <a:cubicBezTo>
                    <a:pt x="825" y="4131"/>
                    <a:pt x="876" y="4146"/>
                    <a:pt x="926" y="4146"/>
                  </a:cubicBezTo>
                  <a:cubicBezTo>
                    <a:pt x="962" y="4146"/>
                    <a:pt x="999" y="4139"/>
                    <a:pt x="1024" y="4126"/>
                  </a:cubicBezTo>
                  <a:lnTo>
                    <a:pt x="1428" y="3940"/>
                  </a:lnTo>
                  <a:lnTo>
                    <a:pt x="1738" y="4126"/>
                  </a:lnTo>
                  <a:lnTo>
                    <a:pt x="1862" y="4498"/>
                  </a:lnTo>
                  <a:cubicBezTo>
                    <a:pt x="1893" y="4591"/>
                    <a:pt x="1955" y="4653"/>
                    <a:pt x="2048" y="4653"/>
                  </a:cubicBezTo>
                  <a:lnTo>
                    <a:pt x="2513" y="4684"/>
                  </a:lnTo>
                  <a:cubicBezTo>
                    <a:pt x="2575" y="4653"/>
                    <a:pt x="2668" y="4622"/>
                    <a:pt x="2699" y="4529"/>
                  </a:cubicBezTo>
                  <a:lnTo>
                    <a:pt x="2824" y="4157"/>
                  </a:lnTo>
                  <a:lnTo>
                    <a:pt x="3165" y="4033"/>
                  </a:lnTo>
                  <a:lnTo>
                    <a:pt x="3537" y="4219"/>
                  </a:lnTo>
                  <a:cubicBezTo>
                    <a:pt x="3563" y="4245"/>
                    <a:pt x="3601" y="4255"/>
                    <a:pt x="3640" y="4255"/>
                  </a:cubicBezTo>
                  <a:cubicBezTo>
                    <a:pt x="3693" y="4255"/>
                    <a:pt x="3749" y="4237"/>
                    <a:pt x="3785" y="4219"/>
                  </a:cubicBezTo>
                  <a:lnTo>
                    <a:pt x="4095" y="3909"/>
                  </a:lnTo>
                  <a:cubicBezTo>
                    <a:pt x="4157" y="3847"/>
                    <a:pt x="4188" y="3753"/>
                    <a:pt x="4157" y="3660"/>
                  </a:cubicBezTo>
                  <a:lnTo>
                    <a:pt x="3971" y="3288"/>
                  </a:lnTo>
                  <a:lnTo>
                    <a:pt x="4157" y="2947"/>
                  </a:lnTo>
                  <a:lnTo>
                    <a:pt x="4530" y="2823"/>
                  </a:lnTo>
                  <a:cubicBezTo>
                    <a:pt x="4623" y="2823"/>
                    <a:pt x="4685" y="2730"/>
                    <a:pt x="4685" y="2637"/>
                  </a:cubicBezTo>
                  <a:lnTo>
                    <a:pt x="4685" y="2203"/>
                  </a:lnTo>
                  <a:cubicBezTo>
                    <a:pt x="4685" y="2109"/>
                    <a:pt x="4654" y="2016"/>
                    <a:pt x="4561" y="1985"/>
                  </a:cubicBezTo>
                  <a:lnTo>
                    <a:pt x="4188" y="1861"/>
                  </a:lnTo>
                  <a:lnTo>
                    <a:pt x="4064" y="1520"/>
                  </a:lnTo>
                  <a:lnTo>
                    <a:pt x="4250" y="1148"/>
                  </a:lnTo>
                  <a:cubicBezTo>
                    <a:pt x="4312" y="1086"/>
                    <a:pt x="4281" y="962"/>
                    <a:pt x="4219" y="900"/>
                  </a:cubicBezTo>
                  <a:lnTo>
                    <a:pt x="3940" y="590"/>
                  </a:lnTo>
                  <a:cubicBezTo>
                    <a:pt x="3901" y="531"/>
                    <a:pt x="3837" y="509"/>
                    <a:pt x="3779" y="509"/>
                  </a:cubicBezTo>
                  <a:cubicBezTo>
                    <a:pt x="3746" y="509"/>
                    <a:pt x="3715" y="516"/>
                    <a:pt x="3692" y="528"/>
                  </a:cubicBezTo>
                  <a:lnTo>
                    <a:pt x="3320" y="714"/>
                  </a:lnTo>
                  <a:lnTo>
                    <a:pt x="2979" y="528"/>
                  </a:lnTo>
                  <a:lnTo>
                    <a:pt x="2886" y="155"/>
                  </a:lnTo>
                  <a:cubicBezTo>
                    <a:pt x="2855" y="62"/>
                    <a:pt x="2793" y="0"/>
                    <a:pt x="26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8"/>
            <p:cNvSpPr/>
            <p:nvPr/>
          </p:nvSpPr>
          <p:spPr>
            <a:xfrm>
              <a:off x="2678550" y="1624650"/>
              <a:ext cx="95425" cy="98725"/>
            </a:xfrm>
            <a:custGeom>
              <a:rect b="b" l="l" r="r" t="t"/>
              <a:pathLst>
                <a:path extrusionOk="0" h="3949" w="3817">
                  <a:moveTo>
                    <a:pt x="1986" y="412"/>
                  </a:moveTo>
                  <a:lnTo>
                    <a:pt x="2203" y="474"/>
                  </a:lnTo>
                  <a:lnTo>
                    <a:pt x="2265" y="846"/>
                  </a:lnTo>
                  <a:cubicBezTo>
                    <a:pt x="2265" y="908"/>
                    <a:pt x="2296" y="939"/>
                    <a:pt x="2358" y="970"/>
                  </a:cubicBezTo>
                  <a:lnTo>
                    <a:pt x="2793" y="1249"/>
                  </a:lnTo>
                  <a:cubicBezTo>
                    <a:pt x="2814" y="1271"/>
                    <a:pt x="2836" y="1293"/>
                    <a:pt x="2869" y="1293"/>
                  </a:cubicBezTo>
                  <a:cubicBezTo>
                    <a:pt x="2883" y="1293"/>
                    <a:pt x="2898" y="1290"/>
                    <a:pt x="2917" y="1280"/>
                  </a:cubicBezTo>
                  <a:lnTo>
                    <a:pt x="3289" y="1249"/>
                  </a:lnTo>
                  <a:lnTo>
                    <a:pt x="3382" y="1436"/>
                  </a:lnTo>
                  <a:lnTo>
                    <a:pt x="3072" y="1684"/>
                  </a:lnTo>
                  <a:cubicBezTo>
                    <a:pt x="3010" y="1746"/>
                    <a:pt x="2979" y="1777"/>
                    <a:pt x="2979" y="1839"/>
                  </a:cubicBezTo>
                  <a:lnTo>
                    <a:pt x="2948" y="2335"/>
                  </a:lnTo>
                  <a:cubicBezTo>
                    <a:pt x="2948" y="2397"/>
                    <a:pt x="2979" y="2428"/>
                    <a:pt x="3010" y="2459"/>
                  </a:cubicBezTo>
                  <a:lnTo>
                    <a:pt x="3227" y="2800"/>
                  </a:lnTo>
                  <a:lnTo>
                    <a:pt x="3103" y="2955"/>
                  </a:lnTo>
                  <a:lnTo>
                    <a:pt x="2731" y="2800"/>
                  </a:lnTo>
                  <a:lnTo>
                    <a:pt x="2544" y="2800"/>
                  </a:lnTo>
                  <a:lnTo>
                    <a:pt x="2110" y="3049"/>
                  </a:lnTo>
                  <a:cubicBezTo>
                    <a:pt x="2079" y="3049"/>
                    <a:pt x="2017" y="3080"/>
                    <a:pt x="2017" y="3142"/>
                  </a:cubicBezTo>
                  <a:lnTo>
                    <a:pt x="1831" y="3483"/>
                  </a:lnTo>
                  <a:lnTo>
                    <a:pt x="1645" y="3514"/>
                  </a:lnTo>
                  <a:lnTo>
                    <a:pt x="1583" y="3111"/>
                  </a:lnTo>
                  <a:cubicBezTo>
                    <a:pt x="1583" y="3049"/>
                    <a:pt x="1521" y="3018"/>
                    <a:pt x="1490" y="2986"/>
                  </a:cubicBezTo>
                  <a:lnTo>
                    <a:pt x="1055" y="2707"/>
                  </a:lnTo>
                  <a:cubicBezTo>
                    <a:pt x="1024" y="2676"/>
                    <a:pt x="993" y="2676"/>
                    <a:pt x="931" y="2676"/>
                  </a:cubicBezTo>
                  <a:lnTo>
                    <a:pt x="559" y="2707"/>
                  </a:lnTo>
                  <a:lnTo>
                    <a:pt x="466" y="2521"/>
                  </a:lnTo>
                  <a:lnTo>
                    <a:pt x="776" y="2242"/>
                  </a:lnTo>
                  <a:cubicBezTo>
                    <a:pt x="807" y="2211"/>
                    <a:pt x="838" y="2149"/>
                    <a:pt x="838" y="2087"/>
                  </a:cubicBezTo>
                  <a:lnTo>
                    <a:pt x="869" y="1591"/>
                  </a:lnTo>
                  <a:cubicBezTo>
                    <a:pt x="869" y="1529"/>
                    <a:pt x="869" y="1498"/>
                    <a:pt x="838" y="1467"/>
                  </a:cubicBezTo>
                  <a:lnTo>
                    <a:pt x="621" y="1125"/>
                  </a:lnTo>
                  <a:lnTo>
                    <a:pt x="745" y="970"/>
                  </a:lnTo>
                  <a:lnTo>
                    <a:pt x="1118" y="1125"/>
                  </a:lnTo>
                  <a:lnTo>
                    <a:pt x="1273" y="1125"/>
                  </a:lnTo>
                  <a:lnTo>
                    <a:pt x="1738" y="877"/>
                  </a:lnTo>
                  <a:cubicBezTo>
                    <a:pt x="1769" y="877"/>
                    <a:pt x="1800" y="846"/>
                    <a:pt x="1831" y="784"/>
                  </a:cubicBezTo>
                  <a:lnTo>
                    <a:pt x="1986" y="412"/>
                  </a:lnTo>
                  <a:close/>
                  <a:moveTo>
                    <a:pt x="1842" y="0"/>
                  </a:moveTo>
                  <a:cubicBezTo>
                    <a:pt x="1768" y="0"/>
                    <a:pt x="1701" y="51"/>
                    <a:pt x="1676" y="102"/>
                  </a:cubicBezTo>
                  <a:lnTo>
                    <a:pt x="1490" y="536"/>
                  </a:lnTo>
                  <a:lnTo>
                    <a:pt x="1180" y="722"/>
                  </a:lnTo>
                  <a:lnTo>
                    <a:pt x="745" y="536"/>
                  </a:lnTo>
                  <a:cubicBezTo>
                    <a:pt x="720" y="528"/>
                    <a:pt x="695" y="524"/>
                    <a:pt x="671" y="524"/>
                  </a:cubicBezTo>
                  <a:cubicBezTo>
                    <a:pt x="605" y="524"/>
                    <a:pt x="543" y="553"/>
                    <a:pt x="497" y="598"/>
                  </a:cubicBezTo>
                  <a:lnTo>
                    <a:pt x="187" y="1001"/>
                  </a:lnTo>
                  <a:cubicBezTo>
                    <a:pt x="156" y="1063"/>
                    <a:pt x="156" y="1156"/>
                    <a:pt x="187" y="1249"/>
                  </a:cubicBezTo>
                  <a:lnTo>
                    <a:pt x="466" y="1622"/>
                  </a:lnTo>
                  <a:lnTo>
                    <a:pt x="466" y="1963"/>
                  </a:lnTo>
                  <a:lnTo>
                    <a:pt x="94" y="2273"/>
                  </a:lnTo>
                  <a:cubicBezTo>
                    <a:pt x="32" y="2335"/>
                    <a:pt x="1" y="2428"/>
                    <a:pt x="32" y="2521"/>
                  </a:cubicBezTo>
                  <a:lnTo>
                    <a:pt x="218" y="2955"/>
                  </a:lnTo>
                  <a:cubicBezTo>
                    <a:pt x="249" y="3049"/>
                    <a:pt x="342" y="3111"/>
                    <a:pt x="435" y="3111"/>
                  </a:cubicBezTo>
                  <a:lnTo>
                    <a:pt x="900" y="3049"/>
                  </a:lnTo>
                  <a:lnTo>
                    <a:pt x="1211" y="3235"/>
                  </a:lnTo>
                  <a:lnTo>
                    <a:pt x="1273" y="3700"/>
                  </a:lnTo>
                  <a:cubicBezTo>
                    <a:pt x="1273" y="3793"/>
                    <a:pt x="1366" y="3855"/>
                    <a:pt x="1459" y="3855"/>
                  </a:cubicBezTo>
                  <a:lnTo>
                    <a:pt x="1924" y="3948"/>
                  </a:lnTo>
                  <a:lnTo>
                    <a:pt x="1955" y="3948"/>
                  </a:lnTo>
                  <a:cubicBezTo>
                    <a:pt x="2048" y="3948"/>
                    <a:pt x="2110" y="3886"/>
                    <a:pt x="2141" y="3824"/>
                  </a:cubicBezTo>
                  <a:lnTo>
                    <a:pt x="2358" y="3390"/>
                  </a:lnTo>
                  <a:lnTo>
                    <a:pt x="2668" y="3235"/>
                  </a:lnTo>
                  <a:lnTo>
                    <a:pt x="3103" y="3390"/>
                  </a:lnTo>
                  <a:cubicBezTo>
                    <a:pt x="3128" y="3398"/>
                    <a:pt x="3153" y="3402"/>
                    <a:pt x="3176" y="3402"/>
                  </a:cubicBezTo>
                  <a:cubicBezTo>
                    <a:pt x="3241" y="3402"/>
                    <a:pt x="3297" y="3373"/>
                    <a:pt x="3320" y="3328"/>
                  </a:cubicBezTo>
                  <a:lnTo>
                    <a:pt x="3630" y="2924"/>
                  </a:lnTo>
                  <a:cubicBezTo>
                    <a:pt x="3692" y="2862"/>
                    <a:pt x="3692" y="2769"/>
                    <a:pt x="3630" y="2707"/>
                  </a:cubicBezTo>
                  <a:lnTo>
                    <a:pt x="3351" y="2304"/>
                  </a:lnTo>
                  <a:lnTo>
                    <a:pt x="3382" y="1963"/>
                  </a:lnTo>
                  <a:lnTo>
                    <a:pt x="3723" y="1653"/>
                  </a:lnTo>
                  <a:cubicBezTo>
                    <a:pt x="3816" y="1622"/>
                    <a:pt x="3816" y="1529"/>
                    <a:pt x="3785" y="1436"/>
                  </a:cubicBezTo>
                  <a:lnTo>
                    <a:pt x="3599" y="970"/>
                  </a:lnTo>
                  <a:cubicBezTo>
                    <a:pt x="3568" y="877"/>
                    <a:pt x="3506" y="846"/>
                    <a:pt x="3413" y="846"/>
                  </a:cubicBezTo>
                  <a:lnTo>
                    <a:pt x="2917" y="877"/>
                  </a:lnTo>
                  <a:lnTo>
                    <a:pt x="2637" y="691"/>
                  </a:lnTo>
                  <a:lnTo>
                    <a:pt x="2544" y="226"/>
                  </a:lnTo>
                  <a:cubicBezTo>
                    <a:pt x="2544" y="164"/>
                    <a:pt x="2482" y="71"/>
                    <a:pt x="2389" y="71"/>
                  </a:cubicBezTo>
                  <a:lnTo>
                    <a:pt x="1893" y="9"/>
                  </a:lnTo>
                  <a:cubicBezTo>
                    <a:pt x="1876" y="3"/>
                    <a:pt x="1859" y="0"/>
                    <a:pt x="18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8"/>
            <p:cNvSpPr/>
            <p:nvPr/>
          </p:nvSpPr>
          <p:spPr>
            <a:xfrm>
              <a:off x="2704925" y="1653875"/>
              <a:ext cx="45150" cy="39950"/>
            </a:xfrm>
            <a:custGeom>
              <a:rect b="b" l="l" r="r" t="t"/>
              <a:pathLst>
                <a:path extrusionOk="0" h="1598" w="1806">
                  <a:moveTo>
                    <a:pt x="856" y="384"/>
                  </a:moveTo>
                  <a:cubicBezTo>
                    <a:pt x="945" y="384"/>
                    <a:pt x="1037" y="417"/>
                    <a:pt x="1117" y="484"/>
                  </a:cubicBezTo>
                  <a:cubicBezTo>
                    <a:pt x="1365" y="701"/>
                    <a:pt x="1241" y="1135"/>
                    <a:pt x="900" y="1166"/>
                  </a:cubicBezTo>
                  <a:cubicBezTo>
                    <a:pt x="888" y="1167"/>
                    <a:pt x="876" y="1168"/>
                    <a:pt x="864" y="1168"/>
                  </a:cubicBezTo>
                  <a:cubicBezTo>
                    <a:pt x="571" y="1168"/>
                    <a:pt x="350" y="814"/>
                    <a:pt x="559" y="546"/>
                  </a:cubicBezTo>
                  <a:cubicBezTo>
                    <a:pt x="629" y="440"/>
                    <a:pt x="740" y="384"/>
                    <a:pt x="856" y="384"/>
                  </a:cubicBezTo>
                  <a:close/>
                  <a:moveTo>
                    <a:pt x="868" y="1"/>
                  </a:moveTo>
                  <a:cubicBezTo>
                    <a:pt x="577" y="1"/>
                    <a:pt x="284" y="149"/>
                    <a:pt x="125" y="453"/>
                  </a:cubicBezTo>
                  <a:cubicBezTo>
                    <a:pt x="0" y="794"/>
                    <a:pt x="94" y="1197"/>
                    <a:pt x="373" y="1414"/>
                  </a:cubicBezTo>
                  <a:cubicBezTo>
                    <a:pt x="532" y="1542"/>
                    <a:pt x="708" y="1598"/>
                    <a:pt x="877" y="1598"/>
                  </a:cubicBezTo>
                  <a:cubicBezTo>
                    <a:pt x="1368" y="1598"/>
                    <a:pt x="1806" y="1130"/>
                    <a:pt x="1644" y="577"/>
                  </a:cubicBezTo>
                  <a:cubicBezTo>
                    <a:pt x="1529" y="196"/>
                    <a:pt x="1200" y="1"/>
                    <a:pt x="8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79"/>
          <p:cNvSpPr txBox="1"/>
          <p:nvPr>
            <p:ph idx="1" type="subTitle"/>
          </p:nvPr>
        </p:nvSpPr>
        <p:spPr>
          <a:xfrm>
            <a:off x="5176625" y="1313075"/>
            <a:ext cx="3340500" cy="3325500"/>
          </a:xfrm>
          <a:prstGeom prst="rect">
            <a:avLst/>
          </a:prstGeom>
        </p:spPr>
        <p:txBody>
          <a:bodyPr anchorCtr="0" anchor="ctr" bIns="91425" lIns="91425" spcFirstLastPara="1" rIns="91425" wrap="square" tIns="91425">
            <a:noAutofit/>
          </a:bodyPr>
          <a:lstStyle/>
          <a:p>
            <a:pPr indent="-311150" lvl="0" marL="457200" rtl="0" algn="l">
              <a:lnSpc>
                <a:spcPct val="115000"/>
              </a:lnSpc>
              <a:spcBef>
                <a:spcPts val="0"/>
              </a:spcBef>
              <a:spcAft>
                <a:spcPts val="0"/>
              </a:spcAft>
              <a:buSzPts val="1300"/>
              <a:buFont typeface="Montserrat"/>
              <a:buChar char="●"/>
            </a:pPr>
            <a:r>
              <a:rPr b="1" lang="en" sz="1700">
                <a:latin typeface="Montserrat"/>
                <a:ea typeface="Montserrat"/>
                <a:cs typeface="Montserrat"/>
                <a:sym typeface="Montserrat"/>
              </a:rPr>
              <a:t>Tối ưu hóa</a:t>
            </a:r>
            <a:r>
              <a:rPr lang="en" sz="1700">
                <a:latin typeface="Montserrat"/>
                <a:ea typeface="Montserrat"/>
                <a:cs typeface="Montserrat"/>
                <a:sym typeface="Montserrat"/>
              </a:rPr>
              <a:t> cho các nhu cầu </a:t>
            </a:r>
            <a:r>
              <a:rPr b="1" lang="en" sz="1700">
                <a:latin typeface="Montserrat"/>
                <a:ea typeface="Montserrat"/>
                <a:cs typeface="Montserrat"/>
                <a:sym typeface="Montserrat"/>
              </a:rPr>
              <a:t>ứng dụng</a:t>
            </a:r>
            <a:r>
              <a:rPr lang="en" sz="1700">
                <a:latin typeface="Montserrat"/>
                <a:ea typeface="Montserrat"/>
                <a:cs typeface="Montserrat"/>
                <a:sym typeface="Montserrat"/>
              </a:rPr>
              <a:t> hoặc </a:t>
            </a:r>
            <a:r>
              <a:rPr b="1" lang="en" sz="1700">
                <a:latin typeface="Montserrat"/>
                <a:ea typeface="Montserrat"/>
                <a:cs typeface="Montserrat"/>
                <a:sym typeface="Montserrat"/>
              </a:rPr>
              <a:t>phần cứng</a:t>
            </a:r>
            <a:r>
              <a:rPr lang="en" sz="1700">
                <a:latin typeface="Montserrat"/>
                <a:ea typeface="Montserrat"/>
                <a:cs typeface="Montserrat"/>
                <a:sym typeface="Montserrat"/>
              </a:rPr>
              <a:t> </a:t>
            </a:r>
            <a:r>
              <a:rPr b="1" lang="en" sz="1700">
                <a:latin typeface="Montserrat"/>
                <a:ea typeface="Montserrat"/>
                <a:cs typeface="Montserrat"/>
                <a:sym typeface="Montserrat"/>
              </a:rPr>
              <a:t>cụ thể</a:t>
            </a:r>
            <a:r>
              <a:rPr lang="en" sz="1700">
                <a:latin typeface="Montserrat"/>
                <a:ea typeface="Montserrat"/>
                <a:cs typeface="Montserrat"/>
                <a:sym typeface="Montserrat"/>
              </a:rPr>
              <a:t>.</a:t>
            </a:r>
            <a:endParaRPr sz="1700">
              <a:latin typeface="Montserrat"/>
              <a:ea typeface="Montserrat"/>
              <a:cs typeface="Montserrat"/>
              <a:sym typeface="Montserrat"/>
            </a:endParaRPr>
          </a:p>
          <a:p>
            <a:pPr indent="-311150" lvl="0" marL="457200" rtl="0" algn="l">
              <a:lnSpc>
                <a:spcPct val="115000"/>
              </a:lnSpc>
              <a:spcBef>
                <a:spcPts val="1000"/>
              </a:spcBef>
              <a:spcAft>
                <a:spcPts val="0"/>
              </a:spcAft>
              <a:buSzPts val="1300"/>
              <a:buFont typeface="Montserrat"/>
              <a:buChar char="●"/>
            </a:pPr>
            <a:r>
              <a:rPr lang="en" sz="1700">
                <a:latin typeface="Montserrat"/>
                <a:ea typeface="Montserrat"/>
                <a:cs typeface="Montserrat"/>
                <a:sym typeface="Montserrat"/>
              </a:rPr>
              <a:t>Thực thi các </a:t>
            </a:r>
            <a:r>
              <a:rPr b="1" lang="en" sz="1700">
                <a:latin typeface="Montserrat"/>
                <a:ea typeface="Montserrat"/>
                <a:cs typeface="Montserrat"/>
                <a:sym typeface="Montserrat"/>
              </a:rPr>
              <a:t>quy tắc </a:t>
            </a:r>
            <a:r>
              <a:rPr lang="en" sz="1700">
                <a:latin typeface="Montserrat"/>
                <a:ea typeface="Montserrat"/>
                <a:cs typeface="Montserrat"/>
                <a:sym typeface="Montserrat"/>
              </a:rPr>
              <a:t>nghiệp vụ </a:t>
            </a:r>
            <a:r>
              <a:rPr b="1" lang="en" sz="1700">
                <a:latin typeface="Montserrat"/>
                <a:ea typeface="Montserrat"/>
                <a:cs typeface="Montserrat"/>
                <a:sym typeface="Montserrat"/>
              </a:rPr>
              <a:t>phức tạp</a:t>
            </a:r>
            <a:r>
              <a:rPr lang="en" sz="1700">
                <a:latin typeface="Montserrat"/>
                <a:ea typeface="Montserrat"/>
                <a:cs typeface="Montserrat"/>
                <a:sym typeface="Montserrat"/>
              </a:rPr>
              <a:t> hoặc chính sách bảo mật.</a:t>
            </a:r>
            <a:endParaRPr sz="1700">
              <a:latin typeface="Montserrat"/>
              <a:ea typeface="Montserrat"/>
              <a:cs typeface="Montserrat"/>
              <a:sym typeface="Montserrat"/>
            </a:endParaRPr>
          </a:p>
          <a:p>
            <a:pPr indent="-311150" lvl="0" marL="457200" rtl="0" algn="l">
              <a:lnSpc>
                <a:spcPct val="115000"/>
              </a:lnSpc>
              <a:spcBef>
                <a:spcPts val="1000"/>
              </a:spcBef>
              <a:spcAft>
                <a:spcPts val="0"/>
              </a:spcAft>
              <a:buSzPts val="1300"/>
              <a:buFont typeface="Montserrat"/>
              <a:buChar char="●"/>
            </a:pPr>
            <a:r>
              <a:rPr b="1" lang="en" sz="1700">
                <a:latin typeface="Montserrat"/>
                <a:ea typeface="Montserrat"/>
                <a:cs typeface="Montserrat"/>
                <a:sym typeface="Montserrat"/>
              </a:rPr>
              <a:t>Cải thiện</a:t>
            </a:r>
            <a:r>
              <a:rPr lang="en" sz="1700">
                <a:latin typeface="Montserrat"/>
                <a:ea typeface="Montserrat"/>
                <a:cs typeface="Montserrat"/>
                <a:sym typeface="Montserrat"/>
              </a:rPr>
              <a:t> việc </a:t>
            </a:r>
            <a:r>
              <a:rPr b="1" lang="en" sz="1700">
                <a:latin typeface="Montserrat"/>
                <a:ea typeface="Montserrat"/>
                <a:cs typeface="Montserrat"/>
                <a:sym typeface="Montserrat"/>
              </a:rPr>
              <a:t>sử dụng</a:t>
            </a:r>
            <a:r>
              <a:rPr lang="en" sz="1700">
                <a:latin typeface="Montserrat"/>
                <a:ea typeface="Montserrat"/>
                <a:cs typeface="Montserrat"/>
                <a:sym typeface="Montserrat"/>
              </a:rPr>
              <a:t> </a:t>
            </a:r>
            <a:r>
              <a:rPr b="1" lang="en" sz="1700">
                <a:latin typeface="Montserrat"/>
                <a:ea typeface="Montserrat"/>
                <a:cs typeface="Montserrat"/>
                <a:sym typeface="Montserrat"/>
              </a:rPr>
              <a:t>tài nguyên</a:t>
            </a:r>
            <a:r>
              <a:rPr lang="en" sz="1700">
                <a:latin typeface="Montserrat"/>
                <a:ea typeface="Montserrat"/>
                <a:cs typeface="Montserrat"/>
                <a:sym typeface="Montserrat"/>
              </a:rPr>
              <a:t> vượt ra ngoài hành vi </a:t>
            </a:r>
            <a:r>
              <a:rPr b="1" lang="en" sz="1700">
                <a:latin typeface="Montserrat"/>
                <a:ea typeface="Montserrat"/>
                <a:cs typeface="Montserrat"/>
                <a:sym typeface="Montserrat"/>
              </a:rPr>
              <a:t>mặc định</a:t>
            </a:r>
            <a:r>
              <a:rPr lang="en" sz="1700">
                <a:latin typeface="Montserrat"/>
                <a:ea typeface="Montserrat"/>
                <a:cs typeface="Montserrat"/>
                <a:sym typeface="Montserrat"/>
              </a:rPr>
              <a:t>.</a:t>
            </a:r>
            <a:endParaRPr sz="1700">
              <a:latin typeface="Montserrat"/>
              <a:ea typeface="Montserrat"/>
              <a:cs typeface="Montserrat"/>
              <a:sym typeface="Montserrat"/>
            </a:endParaRPr>
          </a:p>
        </p:txBody>
      </p:sp>
      <p:sp>
        <p:nvSpPr>
          <p:cNvPr id="1171" name="Google Shape;1171;p79"/>
          <p:cNvSpPr txBox="1"/>
          <p:nvPr>
            <p:ph type="title"/>
          </p:nvPr>
        </p:nvSpPr>
        <p:spPr>
          <a:xfrm>
            <a:off x="644050" y="857250"/>
            <a:ext cx="3918900" cy="34290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800">
                <a:solidFill>
                  <a:srgbClr val="EFC136"/>
                </a:solidFill>
                <a:latin typeface="Montserrat"/>
                <a:ea typeface="Montserrat"/>
                <a:cs typeface="Montserrat"/>
                <a:sym typeface="Montserrat"/>
              </a:rPr>
              <a:t>kube-scheduler</a:t>
            </a:r>
            <a:r>
              <a:rPr lang="en" sz="2800"/>
              <a:t> đáp ứng được hầu hết các </a:t>
            </a:r>
            <a:r>
              <a:rPr b="1" lang="en" sz="2800">
                <a:latin typeface="Montserrat"/>
                <a:ea typeface="Montserrat"/>
                <a:cs typeface="Montserrat"/>
                <a:sym typeface="Montserrat"/>
              </a:rPr>
              <a:t>yêu cầu</a:t>
            </a:r>
            <a:endParaRPr b="1" sz="2800">
              <a:latin typeface="Montserrat"/>
              <a:ea typeface="Montserrat"/>
              <a:cs typeface="Montserrat"/>
              <a:sym typeface="Montserrat"/>
            </a:endParaRPr>
          </a:p>
          <a:p>
            <a:pPr indent="0" lvl="0" marL="0" rtl="0" algn="r">
              <a:lnSpc>
                <a:spcPct val="115000"/>
              </a:lnSpc>
              <a:spcBef>
                <a:spcPts val="0"/>
              </a:spcBef>
              <a:spcAft>
                <a:spcPts val="0"/>
              </a:spcAft>
              <a:buNone/>
            </a:pPr>
            <a:r>
              <a:t/>
            </a:r>
            <a:endParaRPr sz="2800"/>
          </a:p>
          <a:p>
            <a:pPr indent="0" lvl="0" marL="0" rtl="0" algn="r">
              <a:lnSpc>
                <a:spcPct val="115000"/>
              </a:lnSpc>
              <a:spcBef>
                <a:spcPts val="0"/>
              </a:spcBef>
              <a:spcAft>
                <a:spcPts val="0"/>
              </a:spcAft>
              <a:buNone/>
            </a:pPr>
            <a:r>
              <a:rPr lang="en" sz="2800"/>
              <a:t>Tại sao cần bộ lập lịch </a:t>
            </a:r>
            <a:r>
              <a:rPr b="1" lang="en" sz="2800">
                <a:solidFill>
                  <a:srgbClr val="7BC127"/>
                </a:solidFill>
                <a:latin typeface="Montserrat"/>
                <a:ea typeface="Montserrat"/>
                <a:cs typeface="Montserrat"/>
                <a:sym typeface="Montserrat"/>
              </a:rPr>
              <a:t>tùy chỉnh</a:t>
            </a:r>
            <a:endParaRPr sz="2800">
              <a:latin typeface="Montserrat Black"/>
              <a:ea typeface="Montserrat Black"/>
              <a:cs typeface="Montserrat Black"/>
              <a:sym typeface="Montserrat Black"/>
            </a:endParaRPr>
          </a:p>
        </p:txBody>
      </p:sp>
      <p:cxnSp>
        <p:nvCxnSpPr>
          <p:cNvPr id="1172" name="Google Shape;1172;p79"/>
          <p:cNvCxnSpPr/>
          <p:nvPr/>
        </p:nvCxnSpPr>
        <p:spPr>
          <a:xfrm>
            <a:off x="5227225" y="1376300"/>
            <a:ext cx="0" cy="3162000"/>
          </a:xfrm>
          <a:prstGeom prst="straightConnector1">
            <a:avLst/>
          </a:prstGeom>
          <a:noFill/>
          <a:ln cap="flat" cmpd="sng" w="19050">
            <a:solidFill>
              <a:schemeClr val="lt2"/>
            </a:solidFill>
            <a:prstDash val="solid"/>
            <a:round/>
            <a:headEnd len="med" w="med" type="none"/>
            <a:tailEnd len="med" w="med" type="none"/>
          </a:ln>
        </p:spPr>
      </p:cxnSp>
      <p:pic>
        <p:nvPicPr>
          <p:cNvPr id="1173" name="Google Shape;1173;p79" title="faq.png"/>
          <p:cNvPicPr preferRelativeResize="0"/>
          <p:nvPr/>
        </p:nvPicPr>
        <p:blipFill>
          <a:blip r:embed="rId3">
            <a:alphaModFix/>
          </a:blip>
          <a:stretch>
            <a:fillRect/>
          </a:stretch>
        </p:blipFill>
        <p:spPr>
          <a:xfrm>
            <a:off x="4416825" y="3175425"/>
            <a:ext cx="759800" cy="759800"/>
          </a:xfrm>
          <a:prstGeom prst="rect">
            <a:avLst/>
          </a:prstGeom>
          <a:noFill/>
          <a:ln>
            <a:noFill/>
          </a:ln>
        </p:spPr>
      </p:pic>
      <p:grpSp>
        <p:nvGrpSpPr>
          <p:cNvPr id="1174" name="Google Shape;1174;p79"/>
          <p:cNvGrpSpPr/>
          <p:nvPr/>
        </p:nvGrpSpPr>
        <p:grpSpPr>
          <a:xfrm>
            <a:off x="3105254" y="2034833"/>
            <a:ext cx="438067" cy="464912"/>
            <a:chOff x="989550" y="3785925"/>
            <a:chExt cx="348225" cy="345300"/>
          </a:xfrm>
        </p:grpSpPr>
        <p:sp>
          <p:nvSpPr>
            <p:cNvPr id="1175" name="Google Shape;1175;p79"/>
            <p:cNvSpPr/>
            <p:nvPr/>
          </p:nvSpPr>
          <p:spPr>
            <a:xfrm>
              <a:off x="989550" y="3785925"/>
              <a:ext cx="149700" cy="138925"/>
            </a:xfrm>
            <a:custGeom>
              <a:rect b="b" l="l" r="r" t="t"/>
              <a:pathLst>
                <a:path extrusionOk="0" h="5557" w="5988">
                  <a:moveTo>
                    <a:pt x="3010" y="566"/>
                  </a:moveTo>
                  <a:lnTo>
                    <a:pt x="3630" y="1838"/>
                  </a:lnTo>
                  <a:cubicBezTo>
                    <a:pt x="3692" y="1962"/>
                    <a:pt x="3816" y="2055"/>
                    <a:pt x="3971" y="2086"/>
                  </a:cubicBezTo>
                  <a:lnTo>
                    <a:pt x="5367" y="2272"/>
                  </a:lnTo>
                  <a:lnTo>
                    <a:pt x="4343" y="3265"/>
                  </a:lnTo>
                  <a:cubicBezTo>
                    <a:pt x="4250" y="3358"/>
                    <a:pt x="4188" y="3513"/>
                    <a:pt x="4219" y="3668"/>
                  </a:cubicBezTo>
                  <a:lnTo>
                    <a:pt x="4468" y="5033"/>
                  </a:lnTo>
                  <a:lnTo>
                    <a:pt x="3227" y="4382"/>
                  </a:lnTo>
                  <a:cubicBezTo>
                    <a:pt x="3165" y="4351"/>
                    <a:pt x="3087" y="4335"/>
                    <a:pt x="3010" y="4335"/>
                  </a:cubicBezTo>
                  <a:cubicBezTo>
                    <a:pt x="2932" y="4335"/>
                    <a:pt x="2855" y="4351"/>
                    <a:pt x="2792" y="4382"/>
                  </a:cubicBezTo>
                  <a:lnTo>
                    <a:pt x="1552" y="5033"/>
                  </a:lnTo>
                  <a:lnTo>
                    <a:pt x="1800" y="3668"/>
                  </a:lnTo>
                  <a:cubicBezTo>
                    <a:pt x="1831" y="3513"/>
                    <a:pt x="1769" y="3358"/>
                    <a:pt x="1676" y="3265"/>
                  </a:cubicBezTo>
                  <a:lnTo>
                    <a:pt x="652" y="2272"/>
                  </a:lnTo>
                  <a:lnTo>
                    <a:pt x="2048" y="2086"/>
                  </a:lnTo>
                  <a:cubicBezTo>
                    <a:pt x="2203" y="2055"/>
                    <a:pt x="2327" y="1962"/>
                    <a:pt x="2389" y="1838"/>
                  </a:cubicBezTo>
                  <a:lnTo>
                    <a:pt x="3010" y="566"/>
                  </a:lnTo>
                  <a:close/>
                  <a:moveTo>
                    <a:pt x="2994" y="0"/>
                  </a:moveTo>
                  <a:cubicBezTo>
                    <a:pt x="2901" y="0"/>
                    <a:pt x="2808" y="54"/>
                    <a:pt x="2761" y="163"/>
                  </a:cubicBezTo>
                  <a:lnTo>
                    <a:pt x="2017" y="1652"/>
                  </a:lnTo>
                  <a:cubicBezTo>
                    <a:pt x="1986" y="1652"/>
                    <a:pt x="1986" y="1683"/>
                    <a:pt x="1955" y="1683"/>
                  </a:cubicBezTo>
                  <a:lnTo>
                    <a:pt x="311" y="1931"/>
                  </a:lnTo>
                  <a:cubicBezTo>
                    <a:pt x="94" y="1931"/>
                    <a:pt x="1" y="2241"/>
                    <a:pt x="156" y="2396"/>
                  </a:cubicBezTo>
                  <a:lnTo>
                    <a:pt x="1366" y="3544"/>
                  </a:lnTo>
                  <a:cubicBezTo>
                    <a:pt x="1397" y="3544"/>
                    <a:pt x="1397" y="3575"/>
                    <a:pt x="1397" y="3606"/>
                  </a:cubicBezTo>
                  <a:lnTo>
                    <a:pt x="1117" y="5250"/>
                  </a:lnTo>
                  <a:cubicBezTo>
                    <a:pt x="1068" y="5423"/>
                    <a:pt x="1216" y="5557"/>
                    <a:pt x="1372" y="5557"/>
                  </a:cubicBezTo>
                  <a:cubicBezTo>
                    <a:pt x="1412" y="5557"/>
                    <a:pt x="1452" y="5548"/>
                    <a:pt x="1490" y="5529"/>
                  </a:cubicBezTo>
                  <a:lnTo>
                    <a:pt x="2979" y="4754"/>
                  </a:lnTo>
                  <a:lnTo>
                    <a:pt x="3041" y="4754"/>
                  </a:lnTo>
                  <a:lnTo>
                    <a:pt x="4530" y="5529"/>
                  </a:lnTo>
                  <a:cubicBezTo>
                    <a:pt x="4567" y="5548"/>
                    <a:pt x="4606" y="5557"/>
                    <a:pt x="4644" y="5557"/>
                  </a:cubicBezTo>
                  <a:cubicBezTo>
                    <a:pt x="4794" y="5557"/>
                    <a:pt x="4927" y="5423"/>
                    <a:pt x="4902" y="5250"/>
                  </a:cubicBezTo>
                  <a:lnTo>
                    <a:pt x="4623" y="3606"/>
                  </a:lnTo>
                  <a:cubicBezTo>
                    <a:pt x="4623" y="3575"/>
                    <a:pt x="4623" y="3575"/>
                    <a:pt x="4623" y="3544"/>
                  </a:cubicBezTo>
                  <a:lnTo>
                    <a:pt x="5832" y="2396"/>
                  </a:lnTo>
                  <a:cubicBezTo>
                    <a:pt x="5987" y="2241"/>
                    <a:pt x="5894" y="1962"/>
                    <a:pt x="5677" y="1931"/>
                  </a:cubicBezTo>
                  <a:lnTo>
                    <a:pt x="4002" y="1683"/>
                  </a:lnTo>
                  <a:cubicBezTo>
                    <a:pt x="4002" y="1683"/>
                    <a:pt x="3971" y="1652"/>
                    <a:pt x="3971" y="1652"/>
                  </a:cubicBezTo>
                  <a:lnTo>
                    <a:pt x="3227" y="163"/>
                  </a:lnTo>
                  <a:cubicBezTo>
                    <a:pt x="3180" y="54"/>
                    <a:pt x="3087" y="0"/>
                    <a:pt x="2994"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9"/>
            <p:cNvSpPr/>
            <p:nvPr/>
          </p:nvSpPr>
          <p:spPr>
            <a:xfrm>
              <a:off x="998775" y="3837300"/>
              <a:ext cx="339000" cy="293925"/>
            </a:xfrm>
            <a:custGeom>
              <a:rect b="b" l="l" r="r" t="t"/>
              <a:pathLst>
                <a:path extrusionOk="0" h="11757" w="13560">
                  <a:moveTo>
                    <a:pt x="1069" y="5292"/>
                  </a:moveTo>
                  <a:lnTo>
                    <a:pt x="1069" y="5292"/>
                  </a:lnTo>
                  <a:cubicBezTo>
                    <a:pt x="851" y="5415"/>
                    <a:pt x="750" y="5659"/>
                    <a:pt x="770" y="5892"/>
                  </a:cubicBezTo>
                  <a:lnTo>
                    <a:pt x="770" y="5892"/>
                  </a:lnTo>
                  <a:cubicBezTo>
                    <a:pt x="859" y="5688"/>
                    <a:pt x="959" y="5487"/>
                    <a:pt x="1069" y="5292"/>
                  </a:cubicBezTo>
                  <a:close/>
                  <a:moveTo>
                    <a:pt x="418" y="6913"/>
                  </a:moveTo>
                  <a:cubicBezTo>
                    <a:pt x="57" y="7090"/>
                    <a:pt x="1" y="7616"/>
                    <a:pt x="248" y="7894"/>
                  </a:cubicBezTo>
                  <a:lnTo>
                    <a:pt x="248" y="7894"/>
                  </a:lnTo>
                  <a:cubicBezTo>
                    <a:pt x="279" y="7561"/>
                    <a:pt x="336" y="7234"/>
                    <a:pt x="418" y="6913"/>
                  </a:cubicBezTo>
                  <a:close/>
                  <a:moveTo>
                    <a:pt x="4810" y="6871"/>
                  </a:moveTo>
                  <a:cubicBezTo>
                    <a:pt x="4819" y="7265"/>
                    <a:pt x="4834" y="7657"/>
                    <a:pt x="4854" y="8046"/>
                  </a:cubicBezTo>
                  <a:lnTo>
                    <a:pt x="4854" y="8046"/>
                  </a:lnTo>
                  <a:cubicBezTo>
                    <a:pt x="5391" y="7888"/>
                    <a:pt x="5377" y="7009"/>
                    <a:pt x="4810" y="6871"/>
                  </a:cubicBezTo>
                  <a:close/>
                  <a:moveTo>
                    <a:pt x="248" y="7894"/>
                  </a:moveTo>
                  <a:lnTo>
                    <a:pt x="248" y="7894"/>
                  </a:lnTo>
                  <a:cubicBezTo>
                    <a:pt x="234" y="8043"/>
                    <a:pt x="225" y="8193"/>
                    <a:pt x="221" y="8344"/>
                  </a:cubicBezTo>
                  <a:cubicBezTo>
                    <a:pt x="256" y="8509"/>
                    <a:pt x="295" y="8674"/>
                    <a:pt x="338" y="8839"/>
                  </a:cubicBezTo>
                  <a:lnTo>
                    <a:pt x="338" y="8839"/>
                  </a:lnTo>
                  <a:cubicBezTo>
                    <a:pt x="434" y="8633"/>
                    <a:pt x="645" y="8499"/>
                    <a:pt x="872" y="8499"/>
                  </a:cubicBezTo>
                  <a:lnTo>
                    <a:pt x="4161" y="8499"/>
                  </a:lnTo>
                  <a:cubicBezTo>
                    <a:pt x="4189" y="8496"/>
                    <a:pt x="4216" y="8495"/>
                    <a:pt x="4242" y="8495"/>
                  </a:cubicBezTo>
                  <a:cubicBezTo>
                    <a:pt x="4485" y="8495"/>
                    <a:pt x="4650" y="8620"/>
                    <a:pt x="4738" y="8789"/>
                  </a:cubicBezTo>
                  <a:lnTo>
                    <a:pt x="4738" y="8789"/>
                  </a:lnTo>
                  <a:cubicBezTo>
                    <a:pt x="4778" y="8660"/>
                    <a:pt x="4824" y="8532"/>
                    <a:pt x="4874" y="8406"/>
                  </a:cubicBezTo>
                  <a:cubicBezTo>
                    <a:pt x="4867" y="8286"/>
                    <a:pt x="4860" y="8166"/>
                    <a:pt x="4854" y="8046"/>
                  </a:cubicBezTo>
                  <a:lnTo>
                    <a:pt x="4854" y="8046"/>
                  </a:lnTo>
                  <a:cubicBezTo>
                    <a:pt x="4801" y="8061"/>
                    <a:pt x="4742" y="8070"/>
                    <a:pt x="4678" y="8070"/>
                  </a:cubicBezTo>
                  <a:cubicBezTo>
                    <a:pt x="4651" y="8070"/>
                    <a:pt x="4623" y="8068"/>
                    <a:pt x="4595" y="8065"/>
                  </a:cubicBezTo>
                  <a:lnTo>
                    <a:pt x="748" y="8065"/>
                  </a:lnTo>
                  <a:cubicBezTo>
                    <a:pt x="720" y="8068"/>
                    <a:pt x="692" y="8070"/>
                    <a:pt x="665" y="8070"/>
                  </a:cubicBezTo>
                  <a:cubicBezTo>
                    <a:pt x="482" y="8070"/>
                    <a:pt x="342" y="8000"/>
                    <a:pt x="248" y="7894"/>
                  </a:cubicBezTo>
                  <a:close/>
                  <a:moveTo>
                    <a:pt x="6037" y="3645"/>
                  </a:moveTo>
                  <a:cubicBezTo>
                    <a:pt x="5952" y="3645"/>
                    <a:pt x="5867" y="3691"/>
                    <a:pt x="5836" y="3784"/>
                  </a:cubicBezTo>
                  <a:lnTo>
                    <a:pt x="5836" y="4808"/>
                  </a:lnTo>
                  <a:lnTo>
                    <a:pt x="1369" y="4808"/>
                  </a:lnTo>
                  <a:cubicBezTo>
                    <a:pt x="1262" y="4966"/>
                    <a:pt x="1162" y="5127"/>
                    <a:pt x="1069" y="5292"/>
                  </a:cubicBezTo>
                  <a:lnTo>
                    <a:pt x="1069" y="5292"/>
                  </a:lnTo>
                  <a:cubicBezTo>
                    <a:pt x="1152" y="5245"/>
                    <a:pt x="1252" y="5216"/>
                    <a:pt x="1369" y="5211"/>
                  </a:cubicBezTo>
                  <a:lnTo>
                    <a:pt x="4036" y="5211"/>
                  </a:lnTo>
                  <a:cubicBezTo>
                    <a:pt x="4812" y="5242"/>
                    <a:pt x="4843" y="6359"/>
                    <a:pt x="4099" y="6452"/>
                  </a:cubicBezTo>
                  <a:lnTo>
                    <a:pt x="1307" y="6452"/>
                  </a:lnTo>
                  <a:cubicBezTo>
                    <a:pt x="970" y="6410"/>
                    <a:pt x="791" y="6158"/>
                    <a:pt x="770" y="5892"/>
                  </a:cubicBezTo>
                  <a:lnTo>
                    <a:pt x="770" y="5892"/>
                  </a:lnTo>
                  <a:cubicBezTo>
                    <a:pt x="624" y="6222"/>
                    <a:pt x="506" y="6564"/>
                    <a:pt x="418" y="6913"/>
                  </a:cubicBezTo>
                  <a:lnTo>
                    <a:pt x="418" y="6913"/>
                  </a:lnTo>
                  <a:cubicBezTo>
                    <a:pt x="495" y="6875"/>
                    <a:pt x="586" y="6853"/>
                    <a:pt x="692" y="6853"/>
                  </a:cubicBezTo>
                  <a:cubicBezTo>
                    <a:pt x="710" y="6853"/>
                    <a:pt x="729" y="6854"/>
                    <a:pt x="748" y="6855"/>
                  </a:cubicBezTo>
                  <a:lnTo>
                    <a:pt x="4595" y="6855"/>
                  </a:lnTo>
                  <a:cubicBezTo>
                    <a:pt x="4614" y="6854"/>
                    <a:pt x="4633" y="6853"/>
                    <a:pt x="4651" y="6853"/>
                  </a:cubicBezTo>
                  <a:cubicBezTo>
                    <a:pt x="4708" y="6853"/>
                    <a:pt x="4761" y="6860"/>
                    <a:pt x="4810" y="6871"/>
                  </a:cubicBezTo>
                  <a:lnTo>
                    <a:pt x="4810" y="6871"/>
                  </a:lnTo>
                  <a:cubicBezTo>
                    <a:pt x="4796" y="6311"/>
                    <a:pt x="4796" y="5745"/>
                    <a:pt x="4812" y="5180"/>
                  </a:cubicBezTo>
                  <a:lnTo>
                    <a:pt x="5836" y="5180"/>
                  </a:lnTo>
                  <a:cubicBezTo>
                    <a:pt x="5836" y="5739"/>
                    <a:pt x="5929" y="6297"/>
                    <a:pt x="6084" y="6824"/>
                  </a:cubicBezTo>
                  <a:cubicBezTo>
                    <a:pt x="6425" y="8003"/>
                    <a:pt x="7418" y="8841"/>
                    <a:pt x="8627" y="8996"/>
                  </a:cubicBezTo>
                  <a:cubicBezTo>
                    <a:pt x="8844" y="8965"/>
                    <a:pt x="8875" y="8654"/>
                    <a:pt x="8658" y="8592"/>
                  </a:cubicBezTo>
                  <a:cubicBezTo>
                    <a:pt x="7200" y="8406"/>
                    <a:pt x="6456" y="7166"/>
                    <a:pt x="6270" y="5770"/>
                  </a:cubicBezTo>
                  <a:cubicBezTo>
                    <a:pt x="6208" y="5118"/>
                    <a:pt x="6208" y="4436"/>
                    <a:pt x="6239" y="3784"/>
                  </a:cubicBezTo>
                  <a:cubicBezTo>
                    <a:pt x="6208" y="3691"/>
                    <a:pt x="6123" y="3645"/>
                    <a:pt x="6037" y="3645"/>
                  </a:cubicBezTo>
                  <a:close/>
                  <a:moveTo>
                    <a:pt x="338" y="8839"/>
                  </a:moveTo>
                  <a:cubicBezTo>
                    <a:pt x="303" y="8914"/>
                    <a:pt x="283" y="8998"/>
                    <a:pt x="283" y="9089"/>
                  </a:cubicBezTo>
                  <a:cubicBezTo>
                    <a:pt x="283" y="9308"/>
                    <a:pt x="398" y="9501"/>
                    <a:pt x="571" y="9612"/>
                  </a:cubicBezTo>
                  <a:lnTo>
                    <a:pt x="571" y="9612"/>
                  </a:lnTo>
                  <a:cubicBezTo>
                    <a:pt x="483" y="9356"/>
                    <a:pt x="406" y="9098"/>
                    <a:pt x="338" y="8839"/>
                  </a:cubicBezTo>
                  <a:close/>
                  <a:moveTo>
                    <a:pt x="4738" y="8789"/>
                  </a:moveTo>
                  <a:cubicBezTo>
                    <a:pt x="4653" y="9064"/>
                    <a:pt x="4590" y="9345"/>
                    <a:pt x="4551" y="9628"/>
                  </a:cubicBezTo>
                  <a:lnTo>
                    <a:pt x="4551" y="9628"/>
                  </a:lnTo>
                  <a:cubicBezTo>
                    <a:pt x="4818" y="9457"/>
                    <a:pt x="4880" y="9064"/>
                    <a:pt x="4738" y="8789"/>
                  </a:cubicBezTo>
                  <a:close/>
                  <a:moveTo>
                    <a:pt x="952" y="10585"/>
                  </a:moveTo>
                  <a:cubicBezTo>
                    <a:pt x="941" y="10632"/>
                    <a:pt x="935" y="10682"/>
                    <a:pt x="935" y="10733"/>
                  </a:cubicBezTo>
                  <a:cubicBezTo>
                    <a:pt x="935" y="10983"/>
                    <a:pt x="1084" y="11200"/>
                    <a:pt x="1299" y="11297"/>
                  </a:cubicBezTo>
                  <a:lnTo>
                    <a:pt x="1299" y="11297"/>
                  </a:lnTo>
                  <a:cubicBezTo>
                    <a:pt x="1176" y="11064"/>
                    <a:pt x="1060" y="10826"/>
                    <a:pt x="952" y="10585"/>
                  </a:cubicBezTo>
                  <a:close/>
                  <a:moveTo>
                    <a:pt x="7356" y="0"/>
                  </a:moveTo>
                  <a:cubicBezTo>
                    <a:pt x="6580" y="0"/>
                    <a:pt x="6208" y="652"/>
                    <a:pt x="6053" y="1179"/>
                  </a:cubicBezTo>
                  <a:cubicBezTo>
                    <a:pt x="5898" y="1737"/>
                    <a:pt x="5836" y="2296"/>
                    <a:pt x="5836" y="2854"/>
                  </a:cubicBezTo>
                  <a:cubicBezTo>
                    <a:pt x="5867" y="2962"/>
                    <a:pt x="5952" y="3017"/>
                    <a:pt x="6037" y="3017"/>
                  </a:cubicBezTo>
                  <a:cubicBezTo>
                    <a:pt x="6123" y="3017"/>
                    <a:pt x="6208" y="2962"/>
                    <a:pt x="6239" y="2854"/>
                  </a:cubicBezTo>
                  <a:cubicBezTo>
                    <a:pt x="6208" y="2327"/>
                    <a:pt x="6270" y="1799"/>
                    <a:pt x="6425" y="1303"/>
                  </a:cubicBezTo>
                  <a:cubicBezTo>
                    <a:pt x="6611" y="683"/>
                    <a:pt x="6890" y="403"/>
                    <a:pt x="7325" y="403"/>
                  </a:cubicBezTo>
                  <a:cubicBezTo>
                    <a:pt x="7821" y="403"/>
                    <a:pt x="7790" y="1055"/>
                    <a:pt x="7790" y="1396"/>
                  </a:cubicBezTo>
                  <a:cubicBezTo>
                    <a:pt x="7728" y="2047"/>
                    <a:pt x="7759" y="2730"/>
                    <a:pt x="7883" y="3350"/>
                  </a:cubicBezTo>
                  <a:cubicBezTo>
                    <a:pt x="8224" y="4467"/>
                    <a:pt x="9248" y="5242"/>
                    <a:pt x="10426" y="5304"/>
                  </a:cubicBezTo>
                  <a:lnTo>
                    <a:pt x="10426" y="10174"/>
                  </a:lnTo>
                  <a:cubicBezTo>
                    <a:pt x="9647" y="10894"/>
                    <a:pt x="8607" y="11324"/>
                    <a:pt x="7530" y="11324"/>
                  </a:cubicBezTo>
                  <a:cubicBezTo>
                    <a:pt x="7492" y="11324"/>
                    <a:pt x="7455" y="11323"/>
                    <a:pt x="7418" y="11322"/>
                  </a:cubicBezTo>
                  <a:lnTo>
                    <a:pt x="4595" y="11322"/>
                  </a:lnTo>
                  <a:cubicBezTo>
                    <a:pt x="4488" y="10768"/>
                    <a:pt x="4473" y="10194"/>
                    <a:pt x="4551" y="9628"/>
                  </a:cubicBezTo>
                  <a:lnTo>
                    <a:pt x="4551" y="9628"/>
                  </a:lnTo>
                  <a:cubicBezTo>
                    <a:pt x="4468" y="9682"/>
                    <a:pt x="4365" y="9714"/>
                    <a:pt x="4242" y="9714"/>
                  </a:cubicBezTo>
                  <a:cubicBezTo>
                    <a:pt x="4216" y="9714"/>
                    <a:pt x="4189" y="9712"/>
                    <a:pt x="4161" y="9709"/>
                  </a:cubicBezTo>
                  <a:lnTo>
                    <a:pt x="904" y="9709"/>
                  </a:lnTo>
                  <a:cubicBezTo>
                    <a:pt x="781" y="9709"/>
                    <a:pt x="667" y="9673"/>
                    <a:pt x="571" y="9612"/>
                  </a:cubicBezTo>
                  <a:lnTo>
                    <a:pt x="571" y="9612"/>
                  </a:lnTo>
                  <a:cubicBezTo>
                    <a:pt x="683" y="9940"/>
                    <a:pt x="811" y="10266"/>
                    <a:pt x="952" y="10585"/>
                  </a:cubicBezTo>
                  <a:lnTo>
                    <a:pt x="952" y="10585"/>
                  </a:lnTo>
                  <a:cubicBezTo>
                    <a:pt x="1019" y="10314"/>
                    <a:pt x="1265" y="10112"/>
                    <a:pt x="1555" y="10112"/>
                  </a:cubicBezTo>
                  <a:lnTo>
                    <a:pt x="3788" y="10112"/>
                  </a:lnTo>
                  <a:cubicBezTo>
                    <a:pt x="3808" y="10111"/>
                    <a:pt x="3828" y="10110"/>
                    <a:pt x="3847" y="10110"/>
                  </a:cubicBezTo>
                  <a:cubicBezTo>
                    <a:pt x="4668" y="10110"/>
                    <a:pt x="4668" y="11355"/>
                    <a:pt x="3847" y="11355"/>
                  </a:cubicBezTo>
                  <a:cubicBezTo>
                    <a:pt x="3828" y="11355"/>
                    <a:pt x="3808" y="11354"/>
                    <a:pt x="3788" y="11353"/>
                  </a:cubicBezTo>
                  <a:lnTo>
                    <a:pt x="1555" y="11353"/>
                  </a:lnTo>
                  <a:cubicBezTo>
                    <a:pt x="1464" y="11353"/>
                    <a:pt x="1377" y="11333"/>
                    <a:pt x="1299" y="11297"/>
                  </a:cubicBezTo>
                  <a:lnTo>
                    <a:pt x="1299" y="11297"/>
                  </a:lnTo>
                  <a:cubicBezTo>
                    <a:pt x="1381" y="11453"/>
                    <a:pt x="1466" y="11606"/>
                    <a:pt x="1555" y="11756"/>
                  </a:cubicBezTo>
                  <a:lnTo>
                    <a:pt x="7418" y="11756"/>
                  </a:lnTo>
                  <a:cubicBezTo>
                    <a:pt x="8534" y="11756"/>
                    <a:pt x="9589" y="11384"/>
                    <a:pt x="10426" y="10702"/>
                  </a:cubicBezTo>
                  <a:lnTo>
                    <a:pt x="10426" y="11105"/>
                  </a:lnTo>
                  <a:cubicBezTo>
                    <a:pt x="10426" y="11291"/>
                    <a:pt x="10582" y="11446"/>
                    <a:pt x="10768" y="11446"/>
                  </a:cubicBezTo>
                  <a:lnTo>
                    <a:pt x="11636" y="11446"/>
                  </a:lnTo>
                  <a:cubicBezTo>
                    <a:pt x="11822" y="11384"/>
                    <a:pt x="11822" y="11105"/>
                    <a:pt x="11636" y="11043"/>
                  </a:cubicBezTo>
                  <a:lnTo>
                    <a:pt x="10861" y="11043"/>
                  </a:lnTo>
                  <a:lnTo>
                    <a:pt x="10861" y="4808"/>
                  </a:lnTo>
                  <a:lnTo>
                    <a:pt x="13156" y="4808"/>
                  </a:lnTo>
                  <a:lnTo>
                    <a:pt x="13156" y="11043"/>
                  </a:lnTo>
                  <a:lnTo>
                    <a:pt x="12536" y="11043"/>
                  </a:lnTo>
                  <a:cubicBezTo>
                    <a:pt x="12350" y="11105"/>
                    <a:pt x="12350" y="11384"/>
                    <a:pt x="12536" y="11446"/>
                  </a:cubicBezTo>
                  <a:lnTo>
                    <a:pt x="13218" y="11446"/>
                  </a:lnTo>
                  <a:cubicBezTo>
                    <a:pt x="13404" y="11446"/>
                    <a:pt x="13559" y="11291"/>
                    <a:pt x="13559" y="11105"/>
                  </a:cubicBezTo>
                  <a:lnTo>
                    <a:pt x="13559" y="4746"/>
                  </a:lnTo>
                  <a:cubicBezTo>
                    <a:pt x="13559" y="4560"/>
                    <a:pt x="13404" y="4405"/>
                    <a:pt x="13218" y="4405"/>
                  </a:cubicBezTo>
                  <a:lnTo>
                    <a:pt x="10768" y="4405"/>
                  </a:lnTo>
                  <a:cubicBezTo>
                    <a:pt x="10582" y="4405"/>
                    <a:pt x="10457" y="4560"/>
                    <a:pt x="10457" y="4746"/>
                  </a:cubicBezTo>
                  <a:cubicBezTo>
                    <a:pt x="10457" y="4808"/>
                    <a:pt x="10457" y="4839"/>
                    <a:pt x="10457" y="4901"/>
                  </a:cubicBezTo>
                  <a:cubicBezTo>
                    <a:pt x="9217" y="4839"/>
                    <a:pt x="8224" y="3846"/>
                    <a:pt x="8193" y="2606"/>
                  </a:cubicBezTo>
                  <a:cubicBezTo>
                    <a:pt x="8162" y="1861"/>
                    <a:pt x="8534" y="0"/>
                    <a:pt x="7356"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9"/>
            <p:cNvSpPr/>
            <p:nvPr/>
          </p:nvSpPr>
          <p:spPr>
            <a:xfrm>
              <a:off x="1274925" y="3970275"/>
              <a:ext cx="41125" cy="35325"/>
            </a:xfrm>
            <a:custGeom>
              <a:rect b="b" l="l" r="r" t="t"/>
              <a:pathLst>
                <a:path extrusionOk="0" h="1413" w="1645">
                  <a:moveTo>
                    <a:pt x="947" y="373"/>
                  </a:moveTo>
                  <a:cubicBezTo>
                    <a:pt x="1110" y="373"/>
                    <a:pt x="1273" y="482"/>
                    <a:pt x="1242" y="699"/>
                  </a:cubicBezTo>
                  <a:cubicBezTo>
                    <a:pt x="1242" y="854"/>
                    <a:pt x="1118" y="1009"/>
                    <a:pt x="962" y="1009"/>
                  </a:cubicBezTo>
                  <a:cubicBezTo>
                    <a:pt x="776" y="1009"/>
                    <a:pt x="652" y="885"/>
                    <a:pt x="652" y="699"/>
                  </a:cubicBezTo>
                  <a:cubicBezTo>
                    <a:pt x="621" y="482"/>
                    <a:pt x="784" y="373"/>
                    <a:pt x="947" y="373"/>
                  </a:cubicBezTo>
                  <a:close/>
                  <a:moveTo>
                    <a:pt x="947" y="0"/>
                  </a:moveTo>
                  <a:cubicBezTo>
                    <a:pt x="778" y="0"/>
                    <a:pt x="606" y="63"/>
                    <a:pt x="466" y="203"/>
                  </a:cubicBezTo>
                  <a:cubicBezTo>
                    <a:pt x="1" y="668"/>
                    <a:pt x="311" y="1412"/>
                    <a:pt x="962" y="1412"/>
                  </a:cubicBezTo>
                  <a:cubicBezTo>
                    <a:pt x="1335" y="1412"/>
                    <a:pt x="1645" y="1102"/>
                    <a:pt x="1645" y="699"/>
                  </a:cubicBezTo>
                  <a:cubicBezTo>
                    <a:pt x="1645" y="278"/>
                    <a:pt x="1303" y="0"/>
                    <a:pt x="947"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1000"/>
                                        <p:tgtEl>
                                          <p:spTgt spid="1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80"/>
          <p:cNvSpPr txBox="1"/>
          <p:nvPr>
            <p:ph type="title"/>
          </p:nvPr>
        </p:nvSpPr>
        <p:spPr>
          <a:xfrm>
            <a:off x="769925" y="1653500"/>
            <a:ext cx="7384500" cy="236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Medium"/>
                <a:ea typeface="Montserrat Medium"/>
                <a:cs typeface="Montserrat Medium"/>
                <a:sym typeface="Montserrat Medium"/>
              </a:rPr>
              <a:t>Bộ lập lịch </a:t>
            </a:r>
            <a:r>
              <a:rPr b="1" lang="en">
                <a:latin typeface="Montserrat"/>
                <a:ea typeface="Montserrat"/>
                <a:cs typeface="Montserrat"/>
                <a:sym typeface="Montserrat"/>
              </a:rPr>
              <a:t>tùy chỉnh</a:t>
            </a:r>
            <a:endParaRPr b="1">
              <a:latin typeface="Montserrat"/>
              <a:ea typeface="Montserrat"/>
              <a:cs typeface="Montserrat"/>
              <a:sym typeface="Montserrat"/>
            </a:endParaRPr>
          </a:p>
          <a:p>
            <a:pPr indent="0" lvl="0" marL="0" rtl="0" algn="ctr">
              <a:lnSpc>
                <a:spcPct val="150000"/>
              </a:lnSpc>
              <a:spcBef>
                <a:spcPts val="0"/>
              </a:spcBef>
              <a:spcAft>
                <a:spcPts val="0"/>
              </a:spcAft>
              <a:buNone/>
            </a:pPr>
            <a:r>
              <a:rPr b="1" lang="en">
                <a:solidFill>
                  <a:srgbClr val="7BC127"/>
                </a:solidFill>
                <a:latin typeface="Montserrat"/>
                <a:ea typeface="Montserrat"/>
                <a:cs typeface="Montserrat"/>
                <a:sym typeface="Montserrat"/>
              </a:rPr>
              <a:t>custom scheduler</a:t>
            </a:r>
            <a:endParaRPr b="1">
              <a:latin typeface="Montserrat"/>
              <a:ea typeface="Montserrat"/>
              <a:cs typeface="Montserrat"/>
              <a:sym typeface="Montserrat"/>
            </a:endParaRPr>
          </a:p>
        </p:txBody>
      </p:sp>
      <p:sp>
        <p:nvSpPr>
          <p:cNvPr id="1183" name="Google Shape;1183;p80"/>
          <p:cNvSpPr txBox="1"/>
          <p:nvPr>
            <p:ph idx="2" type="title"/>
          </p:nvPr>
        </p:nvSpPr>
        <p:spPr>
          <a:xfrm>
            <a:off x="2886725" y="811700"/>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7BC127"/>
                </a:solidFill>
                <a:latin typeface="Montserrat"/>
                <a:ea typeface="Montserrat"/>
                <a:cs typeface="Montserrat"/>
                <a:sym typeface="Montserrat"/>
              </a:rPr>
              <a:t>III.</a:t>
            </a:r>
            <a:endParaRPr b="1">
              <a:solidFill>
                <a:srgbClr val="7BC127"/>
              </a:solidFill>
              <a:latin typeface="Montserrat"/>
              <a:ea typeface="Montserrat"/>
              <a:cs typeface="Montserrat"/>
              <a:sym typeface="Montserrat"/>
            </a:endParaRPr>
          </a:p>
        </p:txBody>
      </p:sp>
      <p:grpSp>
        <p:nvGrpSpPr>
          <p:cNvPr id="1184" name="Google Shape;1184;p80"/>
          <p:cNvGrpSpPr/>
          <p:nvPr/>
        </p:nvGrpSpPr>
        <p:grpSpPr>
          <a:xfrm rot="-5400000">
            <a:off x="4218062" y="1527918"/>
            <a:ext cx="488225" cy="5350538"/>
            <a:chOff x="6083600" y="3072400"/>
            <a:chExt cx="125125" cy="1371300"/>
          </a:xfrm>
        </p:grpSpPr>
        <p:sp>
          <p:nvSpPr>
            <p:cNvPr id="1185" name="Google Shape;1185;p80"/>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0"/>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80"/>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80"/>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80"/>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80"/>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81"/>
          <p:cNvSpPr txBox="1"/>
          <p:nvPr>
            <p:ph type="title"/>
          </p:nvPr>
        </p:nvSpPr>
        <p:spPr>
          <a:xfrm>
            <a:off x="646225" y="208163"/>
            <a:ext cx="3615900" cy="572700"/>
          </a:xfrm>
          <a:prstGeom prst="rect">
            <a:avLst/>
          </a:prstGeom>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a:solidFill>
                  <a:srgbClr val="F25D53"/>
                </a:solidFill>
                <a:latin typeface="Montserrat"/>
                <a:ea typeface="Montserrat"/>
                <a:cs typeface="Montserrat"/>
                <a:sym typeface="Montserrat"/>
              </a:rPr>
              <a:t>Vấn đề</a:t>
            </a:r>
            <a:endParaRPr b="1">
              <a:solidFill>
                <a:srgbClr val="F25D53"/>
              </a:solidFill>
              <a:latin typeface="Montserrat"/>
              <a:ea typeface="Montserrat"/>
              <a:cs typeface="Montserrat"/>
              <a:sym typeface="Montserrat"/>
            </a:endParaRPr>
          </a:p>
        </p:txBody>
      </p:sp>
      <p:sp>
        <p:nvSpPr>
          <p:cNvPr id="1196" name="Google Shape;1196;p81"/>
          <p:cNvSpPr txBox="1"/>
          <p:nvPr>
            <p:ph idx="3" type="title"/>
          </p:nvPr>
        </p:nvSpPr>
        <p:spPr>
          <a:xfrm>
            <a:off x="4827225" y="208163"/>
            <a:ext cx="3615900" cy="5727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Montserrat Black"/>
                <a:ea typeface="Montserrat Black"/>
                <a:cs typeface="Montserrat Black"/>
                <a:sym typeface="Montserrat Black"/>
              </a:rPr>
              <a:t>Giải pháp</a:t>
            </a:r>
            <a:endParaRPr>
              <a:solidFill>
                <a:schemeClr val="accent1"/>
              </a:solidFill>
              <a:latin typeface="Montserrat Black"/>
              <a:ea typeface="Montserrat Black"/>
              <a:cs typeface="Montserrat Black"/>
              <a:sym typeface="Montserrat Black"/>
            </a:endParaRPr>
          </a:p>
        </p:txBody>
      </p:sp>
      <p:cxnSp>
        <p:nvCxnSpPr>
          <p:cNvPr id="1197" name="Google Shape;1197;p81"/>
          <p:cNvCxnSpPr/>
          <p:nvPr/>
        </p:nvCxnSpPr>
        <p:spPr>
          <a:xfrm>
            <a:off x="4571975" y="280135"/>
            <a:ext cx="0" cy="4525500"/>
          </a:xfrm>
          <a:prstGeom prst="straightConnector1">
            <a:avLst/>
          </a:prstGeom>
          <a:noFill/>
          <a:ln cap="flat" cmpd="sng" w="19050">
            <a:solidFill>
              <a:srgbClr val="F25D53"/>
            </a:solidFill>
            <a:prstDash val="solid"/>
            <a:round/>
            <a:headEnd len="med" w="med" type="none"/>
            <a:tailEnd len="med" w="med" type="none"/>
          </a:ln>
        </p:spPr>
      </p:cxnSp>
      <p:sp>
        <p:nvSpPr>
          <p:cNvPr id="1198" name="Google Shape;1198;p81"/>
          <p:cNvSpPr txBox="1"/>
          <p:nvPr>
            <p:ph idx="4294967295" type="subTitle"/>
          </p:nvPr>
        </p:nvSpPr>
        <p:spPr>
          <a:xfrm>
            <a:off x="805100" y="889475"/>
            <a:ext cx="3725100" cy="3790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700">
                <a:latin typeface="Montserrat"/>
                <a:ea typeface="Montserrat"/>
                <a:cs typeface="Montserrat"/>
                <a:sym typeface="Montserrat"/>
              </a:rPr>
              <a:t>Chủ yếu dựa vào thông số </a:t>
            </a:r>
            <a:r>
              <a:rPr b="1" lang="en" sz="1700">
                <a:latin typeface="Montserrat"/>
                <a:ea typeface="Montserrat"/>
                <a:cs typeface="Montserrat"/>
                <a:sym typeface="Montserrat"/>
              </a:rPr>
              <a:t>requests</a:t>
            </a:r>
            <a:r>
              <a:rPr lang="en" sz="1700">
                <a:latin typeface="Montserrat"/>
                <a:ea typeface="Montserrat"/>
                <a:cs typeface="Montserrat"/>
                <a:sym typeface="Montserrat"/>
              </a:rPr>
              <a:t> và </a:t>
            </a:r>
            <a:r>
              <a:rPr b="1" lang="en" sz="1700">
                <a:latin typeface="Montserrat"/>
                <a:ea typeface="Montserrat"/>
                <a:cs typeface="Montserrat"/>
                <a:sym typeface="Montserrat"/>
              </a:rPr>
              <a:t>limits</a:t>
            </a:r>
            <a:r>
              <a:rPr lang="en" sz="1700">
                <a:latin typeface="Montserrat"/>
                <a:ea typeface="Montserrat"/>
                <a:cs typeface="Montserrat"/>
                <a:sym typeface="Montserrat"/>
              </a:rPr>
              <a:t> được </a:t>
            </a:r>
            <a:r>
              <a:rPr b="1" lang="en" sz="1700">
                <a:latin typeface="Montserrat"/>
                <a:ea typeface="Montserrat"/>
                <a:cs typeface="Montserrat"/>
                <a:sym typeface="Montserrat"/>
              </a:rPr>
              <a:t>khai báo trước</a:t>
            </a:r>
            <a:r>
              <a:rPr lang="en" sz="1700">
                <a:latin typeface="Montserrat"/>
                <a:ea typeface="Montserrat"/>
                <a:cs typeface="Montserrat"/>
                <a:sym typeface="Montserrat"/>
              </a:rPr>
              <a:t> trong định nghĩa </a:t>
            </a:r>
            <a:r>
              <a:rPr b="1" lang="en" sz="1700">
                <a:latin typeface="Montserrat"/>
                <a:ea typeface="Montserrat"/>
                <a:cs typeface="Montserrat"/>
                <a:sym typeface="Montserrat"/>
              </a:rPr>
              <a:t>Pod</a:t>
            </a:r>
            <a:endParaRPr b="1" sz="17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700">
                <a:latin typeface="Montserrat"/>
                <a:ea typeface="Montserrat"/>
                <a:cs typeface="Montserrat"/>
                <a:sym typeface="Montserrat"/>
              </a:rPr>
              <a:t>Không</a:t>
            </a:r>
            <a:r>
              <a:rPr lang="en" sz="1700">
                <a:latin typeface="Montserrat"/>
                <a:ea typeface="Montserrat"/>
                <a:cs typeface="Montserrat"/>
                <a:sym typeface="Montserrat"/>
              </a:rPr>
              <a:t> </a:t>
            </a:r>
            <a:r>
              <a:rPr b="1" lang="en" sz="1700">
                <a:latin typeface="Montserrat"/>
                <a:ea typeface="Montserrat"/>
                <a:cs typeface="Montserrat"/>
                <a:sym typeface="Montserrat"/>
              </a:rPr>
              <a:t>phát hiện</a:t>
            </a:r>
            <a:r>
              <a:rPr lang="en" sz="1700">
                <a:latin typeface="Montserrat"/>
                <a:ea typeface="Montserrat"/>
                <a:cs typeface="Montserrat"/>
                <a:sym typeface="Montserrat"/>
              </a:rPr>
              <a:t> các node có </a:t>
            </a:r>
            <a:r>
              <a:rPr b="1" lang="en" sz="1700">
                <a:latin typeface="Montserrat"/>
                <a:ea typeface="Montserrat"/>
                <a:cs typeface="Montserrat"/>
                <a:sym typeface="Montserrat"/>
              </a:rPr>
              <a:t>tải cao</a:t>
            </a:r>
            <a:r>
              <a:rPr lang="en" sz="1700">
                <a:latin typeface="Montserrat"/>
                <a:ea typeface="Montserrat"/>
                <a:cs typeface="Montserrat"/>
                <a:sym typeface="Montserrat"/>
              </a:rPr>
              <a:t> nhưng </a:t>
            </a:r>
            <a:r>
              <a:rPr b="1" lang="en" sz="1700">
                <a:latin typeface="Montserrat"/>
                <a:ea typeface="Montserrat"/>
                <a:cs typeface="Montserrat"/>
                <a:sym typeface="Montserrat"/>
              </a:rPr>
              <a:t>requests thấp</a:t>
            </a:r>
            <a:endParaRPr b="1" sz="1700">
              <a:latin typeface="Montserrat"/>
              <a:ea typeface="Montserrat"/>
              <a:cs typeface="Montserrat"/>
              <a:sym typeface="Montserrat"/>
            </a:endParaRPr>
          </a:p>
          <a:p>
            <a:pPr indent="-323850" lvl="0" marL="457200" rtl="0" algn="l">
              <a:lnSpc>
                <a:spcPct val="115000"/>
              </a:lnSpc>
              <a:spcBef>
                <a:spcPts val="1000"/>
              </a:spcBef>
              <a:spcAft>
                <a:spcPts val="1000"/>
              </a:spcAft>
              <a:buSzPts val="1500"/>
              <a:buFont typeface="Montserrat"/>
              <a:buChar char="●"/>
            </a:pPr>
            <a:r>
              <a:rPr lang="en" sz="1700">
                <a:latin typeface="Montserrat"/>
                <a:ea typeface="Montserrat"/>
                <a:cs typeface="Montserrat"/>
                <a:sym typeface="Montserrat"/>
              </a:rPr>
              <a:t>Có thể </a:t>
            </a:r>
            <a:r>
              <a:rPr b="1" lang="en" sz="1700">
                <a:latin typeface="Montserrat"/>
                <a:ea typeface="Montserrat"/>
                <a:cs typeface="Montserrat"/>
                <a:sym typeface="Montserrat"/>
              </a:rPr>
              <a:t>dẫn đến</a:t>
            </a:r>
            <a:r>
              <a:rPr lang="en" sz="1700">
                <a:latin typeface="Montserrat"/>
                <a:ea typeface="Montserrat"/>
                <a:cs typeface="Montserrat"/>
                <a:sym typeface="Montserrat"/>
              </a:rPr>
              <a:t> tình trạng </a:t>
            </a:r>
            <a:r>
              <a:rPr lang="en" sz="1700">
                <a:latin typeface="Montserrat"/>
                <a:ea typeface="Montserrat"/>
                <a:cs typeface="Montserrat"/>
                <a:sym typeface="Montserrat"/>
              </a:rPr>
              <a:t>một số </a:t>
            </a:r>
            <a:r>
              <a:rPr lang="en" sz="1700">
                <a:latin typeface="Montserrat"/>
                <a:ea typeface="Montserrat"/>
                <a:cs typeface="Montserrat"/>
                <a:sym typeface="Montserrat"/>
              </a:rPr>
              <a:t>node </a:t>
            </a:r>
            <a:r>
              <a:rPr b="1" lang="en" sz="1700">
                <a:latin typeface="Montserrat"/>
                <a:ea typeface="Montserrat"/>
                <a:cs typeface="Montserrat"/>
                <a:sym typeface="Montserrat"/>
              </a:rPr>
              <a:t>quá tải</a:t>
            </a:r>
            <a:r>
              <a:rPr lang="en" sz="1700">
                <a:latin typeface="Montserrat"/>
                <a:ea typeface="Montserrat"/>
                <a:cs typeface="Montserrat"/>
                <a:sym typeface="Montserrat"/>
              </a:rPr>
              <a:t> trong khi các node khác lại </a:t>
            </a:r>
            <a:r>
              <a:rPr b="1" lang="en" sz="1700">
                <a:latin typeface="Montserrat"/>
                <a:ea typeface="Montserrat"/>
                <a:cs typeface="Montserrat"/>
                <a:sym typeface="Montserrat"/>
              </a:rPr>
              <a:t>không được tận dụng hiệu quả</a:t>
            </a:r>
            <a:endParaRPr b="1" sz="1700">
              <a:latin typeface="Montserrat"/>
              <a:ea typeface="Montserrat"/>
              <a:cs typeface="Montserrat"/>
              <a:sym typeface="Montserrat"/>
            </a:endParaRPr>
          </a:p>
        </p:txBody>
      </p:sp>
      <p:sp>
        <p:nvSpPr>
          <p:cNvPr id="1199" name="Google Shape;1199;p81"/>
          <p:cNvSpPr txBox="1"/>
          <p:nvPr>
            <p:ph idx="4294967295" type="subTitle"/>
          </p:nvPr>
        </p:nvSpPr>
        <p:spPr>
          <a:xfrm>
            <a:off x="4772625" y="889475"/>
            <a:ext cx="3725100" cy="3790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700">
                <a:latin typeface="Montserrat"/>
                <a:ea typeface="Montserrat"/>
                <a:cs typeface="Montserrat"/>
                <a:sym typeface="Montserrat"/>
              </a:rPr>
              <a:t>Phát triển bộ lập lịch </a:t>
            </a:r>
            <a:r>
              <a:rPr b="1" lang="en" sz="1700">
                <a:solidFill>
                  <a:schemeClr val="accent1"/>
                </a:solidFill>
                <a:latin typeface="Montserrat"/>
                <a:ea typeface="Montserrat"/>
                <a:cs typeface="Montserrat"/>
                <a:sym typeface="Montserrat"/>
              </a:rPr>
              <a:t>tùy chỉnh</a:t>
            </a:r>
            <a:r>
              <a:rPr lang="en" sz="1700">
                <a:latin typeface="Montserrat"/>
                <a:ea typeface="Montserrat"/>
                <a:cs typeface="Montserrat"/>
                <a:sym typeface="Montserrat"/>
              </a:rPr>
              <a:t> tích hợp số liệu thời gian thực (</a:t>
            </a:r>
            <a:r>
              <a:rPr b="1" lang="en" sz="1700">
                <a:latin typeface="Montserrat"/>
                <a:ea typeface="Montserrat"/>
                <a:cs typeface="Montserrat"/>
                <a:sym typeface="Montserrat"/>
              </a:rPr>
              <a:t>CPU, RAM</a:t>
            </a:r>
            <a:r>
              <a:rPr lang="en" sz="1700">
                <a:latin typeface="Montserrat"/>
                <a:ea typeface="Montserrat"/>
                <a:cs typeface="Montserrat"/>
                <a:sym typeface="Montserrat"/>
              </a:rPr>
              <a:t>) để đặt </a:t>
            </a:r>
            <a:r>
              <a:rPr b="1" lang="en" sz="1700">
                <a:latin typeface="Montserrat"/>
                <a:ea typeface="Montserrat"/>
                <a:cs typeface="Montserrat"/>
                <a:sym typeface="Montserrat"/>
              </a:rPr>
              <a:t>Pod</a:t>
            </a:r>
            <a:r>
              <a:rPr lang="en" sz="1700">
                <a:latin typeface="Montserrat"/>
                <a:ea typeface="Montserrat"/>
                <a:cs typeface="Montserrat"/>
                <a:sym typeface="Montserrat"/>
              </a:rPr>
              <a:t> hiệu quả hơn.</a:t>
            </a:r>
            <a:endParaRPr sz="1700">
              <a:latin typeface="Montserrat"/>
              <a:ea typeface="Montserrat"/>
              <a:cs typeface="Montserrat"/>
              <a:sym typeface="Montserrat"/>
            </a:endParaRPr>
          </a:p>
          <a:p>
            <a:pPr indent="-323850" lvl="0" marL="457200" rtl="0" algn="l">
              <a:lnSpc>
                <a:spcPct val="115000"/>
              </a:lnSpc>
              <a:spcBef>
                <a:spcPts val="1000"/>
              </a:spcBef>
              <a:spcAft>
                <a:spcPts val="1000"/>
              </a:spcAft>
              <a:buSzPts val="1500"/>
              <a:buFont typeface="Montserrat"/>
              <a:buChar char="●"/>
            </a:pPr>
            <a:r>
              <a:rPr b="1" lang="en" sz="1700">
                <a:latin typeface="Montserrat"/>
                <a:ea typeface="Montserrat"/>
                <a:cs typeface="Montserrat"/>
                <a:sym typeface="Montserrat"/>
              </a:rPr>
              <a:t>Tích hợp</a:t>
            </a:r>
            <a:r>
              <a:rPr lang="en" sz="1700">
                <a:latin typeface="Montserrat"/>
                <a:ea typeface="Montserrat"/>
                <a:cs typeface="Montserrat"/>
                <a:sym typeface="Montserrat"/>
              </a:rPr>
              <a:t> các </a:t>
            </a:r>
            <a:r>
              <a:rPr b="1" lang="en" sz="1700">
                <a:latin typeface="Montserrat"/>
                <a:ea typeface="Montserrat"/>
                <a:cs typeface="Montserrat"/>
                <a:sym typeface="Montserrat"/>
              </a:rPr>
              <a:t>tính năng</a:t>
            </a:r>
            <a:r>
              <a:rPr lang="en" sz="1700">
                <a:latin typeface="Montserrat"/>
                <a:ea typeface="Montserrat"/>
                <a:cs typeface="Montserrat"/>
                <a:sym typeface="Montserrat"/>
              </a:rPr>
              <a:t> tương tự: Node Selector, Taints &amp; Tolerations, Node Affinity, …</a:t>
            </a:r>
            <a:endParaRPr sz="17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82"/>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Custom </a:t>
            </a:r>
            <a:r>
              <a:rPr b="1" lang="en">
                <a:solidFill>
                  <a:srgbClr val="7BC127"/>
                </a:solidFill>
                <a:latin typeface="Montserrat"/>
                <a:ea typeface="Montserrat"/>
                <a:cs typeface="Montserrat"/>
                <a:sym typeface="Montserrat"/>
              </a:rPr>
              <a:t>Scheduler</a:t>
            </a:r>
            <a:endParaRPr>
              <a:solidFill>
                <a:srgbClr val="7BC127"/>
              </a:solidFill>
              <a:latin typeface="Montserrat Black"/>
              <a:ea typeface="Montserrat Black"/>
              <a:cs typeface="Montserrat Black"/>
              <a:sym typeface="Montserrat Black"/>
            </a:endParaRPr>
          </a:p>
        </p:txBody>
      </p:sp>
      <p:sp>
        <p:nvSpPr>
          <p:cNvPr id="1205" name="Google Shape;1205;p82"/>
          <p:cNvSpPr txBox="1"/>
          <p:nvPr>
            <p:ph idx="1" type="subTitle"/>
          </p:nvPr>
        </p:nvSpPr>
        <p:spPr>
          <a:xfrm>
            <a:off x="166350" y="860350"/>
            <a:ext cx="4104000" cy="40437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Cài đặt</a:t>
            </a:r>
            <a:r>
              <a:rPr lang="en" sz="1500">
                <a:latin typeface="Montserrat"/>
                <a:ea typeface="Montserrat"/>
                <a:cs typeface="Montserrat"/>
                <a:sym typeface="Montserrat"/>
              </a:rPr>
              <a:t> sử dụng ngôn ngữ </a:t>
            </a:r>
            <a:r>
              <a:rPr b="1" lang="en" sz="1500">
                <a:latin typeface="Montserrat"/>
                <a:ea typeface="Montserrat"/>
                <a:cs typeface="Montserrat"/>
                <a:sym typeface="Montserrat"/>
              </a:rPr>
              <a:t>Golang</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Tương tác </a:t>
            </a:r>
            <a:r>
              <a:rPr lang="en" sz="1500">
                <a:latin typeface="Montserrat"/>
                <a:ea typeface="Montserrat"/>
                <a:cs typeface="Montserrat"/>
                <a:sym typeface="Montserrat"/>
              </a:rPr>
              <a:t>với </a:t>
            </a:r>
            <a:r>
              <a:rPr b="1" lang="en" sz="1500">
                <a:latin typeface="Montserrat"/>
                <a:ea typeface="Montserrat"/>
                <a:cs typeface="Montserrat"/>
                <a:sym typeface="Montserrat"/>
              </a:rPr>
              <a:t>Kubernetes</a:t>
            </a:r>
            <a:r>
              <a:rPr lang="en" sz="1500">
                <a:latin typeface="Montserrat"/>
                <a:ea typeface="Montserrat"/>
                <a:cs typeface="Montserrat"/>
                <a:sym typeface="Montserrat"/>
              </a:rPr>
              <a:t> qua các </a:t>
            </a:r>
            <a:r>
              <a:rPr b="1" lang="en" sz="1500">
                <a:latin typeface="Montserrat"/>
                <a:ea typeface="Montserrat"/>
                <a:cs typeface="Montserrat"/>
                <a:sym typeface="Montserrat"/>
              </a:rPr>
              <a:t>modules</a:t>
            </a:r>
            <a:r>
              <a:rPr lang="en" sz="1500">
                <a:latin typeface="Montserrat"/>
                <a:ea typeface="Montserrat"/>
                <a:cs typeface="Montserrat"/>
                <a:sym typeface="Montserrat"/>
              </a:rPr>
              <a:t> thuộc </a:t>
            </a:r>
            <a:r>
              <a:rPr b="1" lang="en" sz="1500">
                <a:latin typeface="Montserrat"/>
                <a:ea typeface="Montserrat"/>
                <a:cs typeface="Montserrat"/>
                <a:sym typeface="Montserrat"/>
              </a:rPr>
              <a:t>k8s.io</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Mã nguồn </a:t>
            </a:r>
            <a:r>
              <a:rPr lang="en" sz="1500">
                <a:latin typeface="Montserrat"/>
                <a:ea typeface="Montserrat"/>
                <a:cs typeface="Montserrat"/>
                <a:sym typeface="Montserrat"/>
              </a:rPr>
              <a:t>tại</a:t>
            </a:r>
            <a:r>
              <a:rPr b="1" lang="en" sz="1500">
                <a:latin typeface="Montserrat"/>
                <a:ea typeface="Montserrat"/>
                <a:cs typeface="Montserrat"/>
                <a:sym typeface="Montserrat"/>
              </a:rPr>
              <a:t> </a:t>
            </a:r>
            <a:r>
              <a:rPr b="1" lang="en" sz="1500">
                <a:solidFill>
                  <a:srgbClr val="7BC127"/>
                </a:solidFill>
                <a:latin typeface="Montserrat"/>
                <a:ea typeface="Montserrat"/>
                <a:cs typeface="Montserrat"/>
                <a:sym typeface="Montserrat"/>
              </a:rPr>
              <a:t>https://github.com/HynDuf/custom-kubernetes-scheduler</a:t>
            </a:r>
            <a:endParaRPr b="1" sz="1500">
              <a:solidFill>
                <a:srgbClr val="7BC127"/>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1500">
              <a:latin typeface="Montserrat"/>
              <a:ea typeface="Montserrat"/>
              <a:cs typeface="Montserrat"/>
              <a:sym typeface="Montserrat"/>
            </a:endParaRPr>
          </a:p>
        </p:txBody>
      </p:sp>
      <p:cxnSp>
        <p:nvCxnSpPr>
          <p:cNvPr id="1206" name="Google Shape;1206;p82"/>
          <p:cNvCxnSpPr/>
          <p:nvPr/>
        </p:nvCxnSpPr>
        <p:spPr>
          <a:xfrm>
            <a:off x="501075" y="860350"/>
            <a:ext cx="3359400" cy="0"/>
          </a:xfrm>
          <a:prstGeom prst="straightConnector1">
            <a:avLst/>
          </a:prstGeom>
          <a:noFill/>
          <a:ln cap="flat" cmpd="sng" w="19050">
            <a:solidFill>
              <a:srgbClr val="7BC127"/>
            </a:solidFill>
            <a:prstDash val="solid"/>
            <a:round/>
            <a:headEnd len="med" w="med" type="none"/>
            <a:tailEnd len="med" w="med" type="none"/>
          </a:ln>
        </p:spPr>
      </p:cxnSp>
      <p:pic>
        <p:nvPicPr>
          <p:cNvPr id="1207" name="Google Shape;1207;p82"/>
          <p:cNvPicPr preferRelativeResize="0"/>
          <p:nvPr/>
        </p:nvPicPr>
        <p:blipFill>
          <a:blip r:embed="rId3">
            <a:alphaModFix/>
          </a:blip>
          <a:stretch>
            <a:fillRect/>
          </a:stretch>
        </p:blipFill>
        <p:spPr>
          <a:xfrm>
            <a:off x="4330950" y="1595075"/>
            <a:ext cx="4341150" cy="23235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3"/>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6300"/>
                </a:solidFill>
                <a:latin typeface="Montserrat"/>
                <a:ea typeface="Montserrat"/>
                <a:cs typeface="Montserrat"/>
                <a:sym typeface="Montserrat"/>
              </a:rPr>
              <a:t>Prometheus</a:t>
            </a:r>
            <a:endParaRPr>
              <a:solidFill>
                <a:srgbClr val="FF6300"/>
              </a:solidFill>
              <a:latin typeface="Montserrat Black"/>
              <a:ea typeface="Montserrat Black"/>
              <a:cs typeface="Montserrat Black"/>
              <a:sym typeface="Montserrat Black"/>
            </a:endParaRPr>
          </a:p>
        </p:txBody>
      </p:sp>
      <p:sp>
        <p:nvSpPr>
          <p:cNvPr id="1213" name="Google Shape;1213;p83"/>
          <p:cNvSpPr txBox="1"/>
          <p:nvPr>
            <p:ph idx="1" type="subTitle"/>
          </p:nvPr>
        </p:nvSpPr>
        <p:spPr>
          <a:xfrm>
            <a:off x="166350" y="860350"/>
            <a:ext cx="4680300" cy="4043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Một bộ </a:t>
            </a:r>
            <a:r>
              <a:rPr b="1" lang="en" sz="1500">
                <a:latin typeface="Montserrat"/>
                <a:ea typeface="Montserrat"/>
                <a:cs typeface="Montserrat"/>
                <a:sym typeface="Montserrat"/>
              </a:rPr>
              <a:t>công cụ mã nguồn mở</a:t>
            </a:r>
            <a:r>
              <a:rPr lang="en" sz="1500">
                <a:latin typeface="Montserrat"/>
                <a:ea typeface="Montserrat"/>
                <a:cs typeface="Montserrat"/>
                <a:sym typeface="Montserrat"/>
              </a:rPr>
              <a:t> hỗ trợ </a:t>
            </a:r>
            <a:r>
              <a:rPr b="1" lang="en" sz="1500">
                <a:latin typeface="Montserrat"/>
                <a:ea typeface="Montserrat"/>
                <a:cs typeface="Montserrat"/>
                <a:sym typeface="Montserrat"/>
              </a:rPr>
              <a:t>giám sát</a:t>
            </a:r>
            <a:r>
              <a:rPr lang="en" sz="1500">
                <a:latin typeface="Montserrat"/>
                <a:ea typeface="Montserrat"/>
                <a:cs typeface="Montserrat"/>
                <a:sym typeface="Montserrat"/>
              </a:rPr>
              <a:t> và </a:t>
            </a:r>
            <a:r>
              <a:rPr b="1" lang="en" sz="1500">
                <a:latin typeface="Montserrat"/>
                <a:ea typeface="Montserrat"/>
                <a:cs typeface="Montserrat"/>
                <a:sym typeface="Montserrat"/>
              </a:rPr>
              <a:t>cảnh báo</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Thu thập</a:t>
            </a:r>
            <a:r>
              <a:rPr lang="en" sz="1500">
                <a:latin typeface="Montserrat"/>
                <a:ea typeface="Montserrat"/>
                <a:cs typeface="Montserrat"/>
                <a:sym typeface="Montserrat"/>
              </a:rPr>
              <a:t> và </a:t>
            </a:r>
            <a:r>
              <a:rPr b="1" lang="en" sz="1500">
                <a:latin typeface="Montserrat"/>
                <a:ea typeface="Montserrat"/>
                <a:cs typeface="Montserrat"/>
                <a:sym typeface="Montserrat"/>
              </a:rPr>
              <a:t>lưu trữ</a:t>
            </a:r>
            <a:r>
              <a:rPr lang="en" sz="1500">
                <a:latin typeface="Montserrat"/>
                <a:ea typeface="Montserrat"/>
                <a:cs typeface="Montserrat"/>
                <a:sym typeface="Montserrat"/>
              </a:rPr>
              <a:t> các </a:t>
            </a:r>
            <a:r>
              <a:rPr b="1" lang="en" sz="1500">
                <a:latin typeface="Montserrat"/>
                <a:ea typeface="Montserrat"/>
                <a:cs typeface="Montserrat"/>
                <a:sym typeface="Montserrat"/>
              </a:rPr>
              <a:t>chỉ số</a:t>
            </a:r>
            <a:r>
              <a:rPr lang="en" sz="1500">
                <a:latin typeface="Montserrat"/>
                <a:ea typeface="Montserrat"/>
                <a:cs typeface="Montserrat"/>
                <a:sym typeface="Montserrat"/>
              </a:rPr>
              <a:t> dưới dạng dữ liệu chuỗi thời gian.</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Sử dụng mô hình kéo (</a:t>
            </a:r>
            <a:r>
              <a:rPr b="1" lang="en" sz="1500">
                <a:latin typeface="Montserrat"/>
                <a:ea typeface="Montserrat"/>
                <a:cs typeface="Montserrat"/>
                <a:sym typeface="Montserrat"/>
              </a:rPr>
              <a:t>pull model - scraping</a:t>
            </a:r>
            <a:r>
              <a:rPr lang="en" sz="1500">
                <a:latin typeface="Montserrat"/>
                <a:ea typeface="Montserrat"/>
                <a:cs typeface="Montserrat"/>
                <a:sym typeface="Montserrat"/>
              </a:rPr>
              <a:t>) để lấy các </a:t>
            </a:r>
            <a:r>
              <a:rPr b="1" lang="en" sz="1500">
                <a:latin typeface="Montserrat"/>
                <a:ea typeface="Montserrat"/>
                <a:cs typeface="Montserrat"/>
                <a:sym typeface="Montserrat"/>
              </a:rPr>
              <a:t>chỉ số</a:t>
            </a:r>
            <a:r>
              <a:rPr lang="en" sz="1500">
                <a:latin typeface="Montserrat"/>
                <a:ea typeface="Montserrat"/>
                <a:cs typeface="Montserrat"/>
                <a:sym typeface="Montserrat"/>
              </a:rPr>
              <a:t> từ các </a:t>
            </a:r>
            <a:r>
              <a:rPr b="1" lang="en" sz="1500">
                <a:latin typeface="Montserrat"/>
                <a:ea typeface="Montserrat"/>
                <a:cs typeface="Montserrat"/>
                <a:sym typeface="Montserrat"/>
              </a:rPr>
              <a:t>mục tiêu</a:t>
            </a:r>
            <a:r>
              <a:rPr lang="en" sz="1500">
                <a:latin typeface="Montserrat"/>
                <a:ea typeface="Montserrat"/>
                <a:cs typeface="Montserrat"/>
                <a:sym typeface="Montserrat"/>
              </a:rPr>
              <a:t> được cấu hình (ví dụ: </a:t>
            </a:r>
            <a:r>
              <a:rPr b="1" lang="en" sz="1500">
                <a:latin typeface="Montserrat"/>
                <a:ea typeface="Montserrat"/>
                <a:cs typeface="Montserrat"/>
                <a:sym typeface="Montserrat"/>
              </a:rPr>
              <a:t>Node Exporter</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Vai trò</a:t>
            </a:r>
            <a:r>
              <a:rPr lang="en" sz="1500">
                <a:latin typeface="Montserrat"/>
                <a:ea typeface="Montserrat"/>
                <a:cs typeface="Montserrat"/>
                <a:sym typeface="Montserrat"/>
              </a:rPr>
              <a:t> trong </a:t>
            </a:r>
            <a:r>
              <a:rPr b="1" lang="en" sz="1500">
                <a:solidFill>
                  <a:srgbClr val="7BC127"/>
                </a:solidFill>
                <a:latin typeface="Montserrat"/>
                <a:ea typeface="Montserrat"/>
                <a:cs typeface="Montserrat"/>
                <a:sym typeface="Montserrat"/>
              </a:rPr>
              <a:t>custom scheduler</a:t>
            </a:r>
            <a:r>
              <a:rPr lang="en" sz="1500">
                <a:latin typeface="Montserrat"/>
                <a:ea typeface="Montserrat"/>
                <a:cs typeface="Montserrat"/>
                <a:sym typeface="Montserrat"/>
              </a:rPr>
              <a:t>: </a:t>
            </a:r>
            <a:r>
              <a:rPr b="1" lang="en" sz="1500">
                <a:latin typeface="Montserrat"/>
                <a:ea typeface="Montserrat"/>
                <a:cs typeface="Montserrat"/>
                <a:sym typeface="Montserrat"/>
              </a:rPr>
              <a:t>Thu thập dữ liệu</a:t>
            </a:r>
            <a:r>
              <a:rPr lang="en" sz="1500">
                <a:latin typeface="Montserrat"/>
                <a:ea typeface="Montserrat"/>
                <a:cs typeface="Montserrat"/>
                <a:sym typeface="Montserrat"/>
              </a:rPr>
              <a:t> hiệu năng </a:t>
            </a:r>
            <a:r>
              <a:rPr b="1" lang="en" sz="1500">
                <a:latin typeface="Montserrat"/>
                <a:ea typeface="Montserrat"/>
                <a:cs typeface="Montserrat"/>
                <a:sym typeface="Montserrat"/>
              </a:rPr>
              <a:t>thời gian thực</a:t>
            </a:r>
            <a:r>
              <a:rPr lang="en" sz="1500">
                <a:latin typeface="Montserrat"/>
                <a:ea typeface="Montserrat"/>
                <a:cs typeface="Montserrat"/>
                <a:sym typeface="Montserrat"/>
              </a:rPr>
              <a:t> (</a:t>
            </a:r>
            <a:r>
              <a:rPr b="1" lang="en" sz="1500">
                <a:latin typeface="Montserrat"/>
                <a:ea typeface="Montserrat"/>
                <a:cs typeface="Montserrat"/>
                <a:sym typeface="Montserrat"/>
              </a:rPr>
              <a:t>CPU</a:t>
            </a:r>
            <a:r>
              <a:rPr lang="en" sz="1500">
                <a:latin typeface="Montserrat"/>
                <a:ea typeface="Montserrat"/>
                <a:cs typeface="Montserrat"/>
                <a:sym typeface="Montserrat"/>
              </a:rPr>
              <a:t>, </a:t>
            </a:r>
            <a:r>
              <a:rPr b="1" lang="en" sz="1500">
                <a:latin typeface="Montserrat"/>
                <a:ea typeface="Montserrat"/>
                <a:cs typeface="Montserrat"/>
                <a:sym typeface="Montserrat"/>
              </a:rPr>
              <a:t>Bộ nhớ</a:t>
            </a:r>
            <a:r>
              <a:rPr lang="en" sz="1500">
                <a:latin typeface="Montserrat"/>
                <a:ea typeface="Montserrat"/>
                <a:cs typeface="Montserrat"/>
                <a:sym typeface="Montserrat"/>
              </a:rPr>
              <a:t>) từ tất cả các </a:t>
            </a:r>
            <a:r>
              <a:rPr b="1" lang="en" sz="1500">
                <a:latin typeface="Montserrat"/>
                <a:ea typeface="Montserrat"/>
                <a:cs typeface="Montserrat"/>
                <a:sym typeface="Montserrat"/>
              </a:rPr>
              <a:t>node</a:t>
            </a:r>
            <a:r>
              <a:rPr lang="en" sz="1500">
                <a:latin typeface="Montserrat"/>
                <a:ea typeface="Montserrat"/>
                <a:cs typeface="Montserrat"/>
                <a:sym typeface="Montserrat"/>
              </a:rPr>
              <a:t> Kubernetes.</a:t>
            </a:r>
            <a:endParaRPr sz="1500">
              <a:latin typeface="Montserrat"/>
              <a:ea typeface="Montserrat"/>
              <a:cs typeface="Montserrat"/>
              <a:sym typeface="Montserrat"/>
            </a:endParaRPr>
          </a:p>
        </p:txBody>
      </p:sp>
      <p:cxnSp>
        <p:nvCxnSpPr>
          <p:cNvPr id="1214" name="Google Shape;1214;p83"/>
          <p:cNvCxnSpPr/>
          <p:nvPr/>
        </p:nvCxnSpPr>
        <p:spPr>
          <a:xfrm>
            <a:off x="442575" y="860350"/>
            <a:ext cx="2674500" cy="0"/>
          </a:xfrm>
          <a:prstGeom prst="straightConnector1">
            <a:avLst/>
          </a:prstGeom>
          <a:noFill/>
          <a:ln cap="flat" cmpd="sng" w="19050">
            <a:solidFill>
              <a:srgbClr val="FF6300"/>
            </a:solidFill>
            <a:prstDash val="solid"/>
            <a:round/>
            <a:headEnd len="med" w="med" type="none"/>
            <a:tailEnd len="med" w="med" type="none"/>
          </a:ln>
        </p:spPr>
      </p:cxnSp>
      <p:pic>
        <p:nvPicPr>
          <p:cNvPr id="1215" name="Google Shape;1215;p83"/>
          <p:cNvPicPr preferRelativeResize="0"/>
          <p:nvPr/>
        </p:nvPicPr>
        <p:blipFill>
          <a:blip r:embed="rId3">
            <a:alphaModFix/>
          </a:blip>
          <a:stretch>
            <a:fillRect/>
          </a:stretch>
        </p:blipFill>
        <p:spPr>
          <a:xfrm>
            <a:off x="4846650" y="2336850"/>
            <a:ext cx="3973925" cy="2234150"/>
          </a:xfrm>
          <a:prstGeom prst="rect">
            <a:avLst/>
          </a:prstGeom>
          <a:noFill/>
          <a:ln>
            <a:noFill/>
          </a:ln>
        </p:spPr>
      </p:pic>
      <p:pic>
        <p:nvPicPr>
          <p:cNvPr id="1216" name="Google Shape;1216;p83"/>
          <p:cNvPicPr preferRelativeResize="0"/>
          <p:nvPr/>
        </p:nvPicPr>
        <p:blipFill>
          <a:blip r:embed="rId4">
            <a:alphaModFix/>
          </a:blip>
          <a:stretch>
            <a:fillRect/>
          </a:stretch>
        </p:blipFill>
        <p:spPr>
          <a:xfrm>
            <a:off x="5351050" y="860352"/>
            <a:ext cx="2965125" cy="15516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4"/>
          <p:cNvSpPr txBox="1"/>
          <p:nvPr>
            <p:ph type="title"/>
          </p:nvPr>
        </p:nvSpPr>
        <p:spPr>
          <a:xfrm>
            <a:off x="133800" y="133000"/>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Cấu trúc </a:t>
            </a:r>
            <a:r>
              <a:rPr b="1" lang="en">
                <a:latin typeface="Montserrat"/>
                <a:ea typeface="Montserrat"/>
                <a:cs typeface="Montserrat"/>
                <a:sym typeface="Montserrat"/>
              </a:rPr>
              <a:t>chính</a:t>
            </a:r>
            <a:endParaRPr b="1">
              <a:latin typeface="Montserrat"/>
              <a:ea typeface="Montserrat"/>
              <a:cs typeface="Montserrat"/>
              <a:sym typeface="Montserrat"/>
            </a:endParaRPr>
          </a:p>
        </p:txBody>
      </p:sp>
      <p:pic>
        <p:nvPicPr>
          <p:cNvPr id="1222" name="Google Shape;1222;p84" title="kuber-1(1).png"/>
          <p:cNvPicPr preferRelativeResize="0"/>
          <p:nvPr/>
        </p:nvPicPr>
        <p:blipFill>
          <a:blip r:embed="rId3">
            <a:alphaModFix/>
          </a:blip>
          <a:stretch>
            <a:fillRect/>
          </a:stretch>
        </p:blipFill>
        <p:spPr>
          <a:xfrm>
            <a:off x="152400" y="807975"/>
            <a:ext cx="8839204" cy="35779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85"/>
          <p:cNvSpPr txBox="1"/>
          <p:nvPr>
            <p:ph type="title"/>
          </p:nvPr>
        </p:nvSpPr>
        <p:spPr>
          <a:xfrm>
            <a:off x="720000" y="1219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25D53"/>
                </a:solidFill>
                <a:latin typeface="Montserrat"/>
                <a:ea typeface="Montserrat"/>
                <a:cs typeface="Montserrat"/>
                <a:sym typeface="Montserrat"/>
              </a:rPr>
              <a:t>Scoring</a:t>
            </a:r>
            <a:endParaRPr>
              <a:solidFill>
                <a:srgbClr val="F25D53"/>
              </a:solidFill>
              <a:latin typeface="Montserrat Black"/>
              <a:ea typeface="Montserrat Black"/>
              <a:cs typeface="Montserrat Black"/>
              <a:sym typeface="Montserrat Black"/>
            </a:endParaRPr>
          </a:p>
        </p:txBody>
      </p:sp>
      <p:sp>
        <p:nvSpPr>
          <p:cNvPr id="1228" name="Google Shape;1228;p85"/>
          <p:cNvSpPr txBox="1"/>
          <p:nvPr/>
        </p:nvSpPr>
        <p:spPr>
          <a:xfrm>
            <a:off x="817200" y="694675"/>
            <a:ext cx="7509600" cy="1046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Mem: </a:t>
            </a:r>
            <a:r>
              <a:rPr b="1" lang="en">
                <a:solidFill>
                  <a:schemeClr val="lt1"/>
                </a:solidFill>
                <a:latin typeface="Montserrat"/>
                <a:ea typeface="Montserrat"/>
                <a:cs typeface="Montserrat"/>
                <a:sym typeface="Montserrat"/>
              </a:rPr>
              <a:t>node_memory_MemAvailable_bytes</a:t>
            </a:r>
            <a:endParaRPr b="1">
              <a:solidFill>
                <a:schemeClr val="lt1"/>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CPU: </a:t>
            </a:r>
            <a:r>
              <a:rPr b="1" lang="en">
                <a:solidFill>
                  <a:schemeClr val="lt1"/>
                </a:solidFill>
                <a:latin typeface="Montserrat"/>
                <a:ea typeface="Montserrat"/>
                <a:cs typeface="Montserrat"/>
                <a:sym typeface="Montserrat"/>
              </a:rPr>
              <a:t>avg by (instance) (rate(node_cpu_seconds_total{mode="idle"}[1m]))</a:t>
            </a:r>
            <a:endParaRPr b="1">
              <a:solidFill>
                <a:schemeClr val="lt1"/>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Node Affinity: </a:t>
            </a:r>
            <a:r>
              <a:rPr b="1" lang="en">
                <a:solidFill>
                  <a:schemeClr val="lt1"/>
                </a:solidFill>
                <a:latin typeface="Montserrat"/>
                <a:ea typeface="Montserrat"/>
                <a:cs typeface="Montserrat"/>
                <a:sym typeface="Montserrat"/>
              </a:rPr>
              <a:t>preferredDuringSchedulingIgnoredDuringExecution</a:t>
            </a:r>
            <a:endParaRPr b="1">
              <a:solidFill>
                <a:schemeClr val="lt1"/>
              </a:solidFill>
              <a:latin typeface="Montserrat"/>
              <a:ea typeface="Montserrat"/>
              <a:cs typeface="Montserrat"/>
              <a:sym typeface="Montserrat"/>
            </a:endParaRPr>
          </a:p>
        </p:txBody>
      </p:sp>
      <p:sp>
        <p:nvSpPr>
          <p:cNvPr id="1229" name="Google Shape;1229;p85"/>
          <p:cNvSpPr txBox="1"/>
          <p:nvPr/>
        </p:nvSpPr>
        <p:spPr>
          <a:xfrm>
            <a:off x="817200" y="2144200"/>
            <a:ext cx="7509600" cy="723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Chuẩn hóa sang thang điểm 10 với mỗi Mem, CPU, Node Affinity: </a:t>
            </a:r>
            <a:endParaRPr>
              <a:solidFill>
                <a:schemeClr val="lt1"/>
              </a:solidFill>
              <a:latin typeface="Montserrat"/>
              <a:ea typeface="Montserrat"/>
              <a:cs typeface="Montserrat"/>
              <a:sym typeface="Montserrat"/>
            </a:endParaRPr>
          </a:p>
          <a:p>
            <a:pPr indent="0" lvl="0" marL="457200" rtl="0" algn="ctr">
              <a:lnSpc>
                <a:spcPct val="150000"/>
              </a:lnSpc>
              <a:spcBef>
                <a:spcPts val="0"/>
              </a:spcBef>
              <a:spcAft>
                <a:spcPts val="0"/>
              </a:spcAft>
              <a:buNone/>
            </a:pPr>
            <a:r>
              <a:rPr b="1" lang="en">
                <a:solidFill>
                  <a:schemeClr val="lt1"/>
                </a:solidFill>
                <a:latin typeface="Montserrat"/>
                <a:ea typeface="Montserrat"/>
                <a:cs typeface="Montserrat"/>
                <a:sym typeface="Montserrat"/>
              </a:rPr>
              <a:t>(value / maxValue) * 10</a:t>
            </a:r>
            <a:endParaRPr b="1">
              <a:solidFill>
                <a:schemeClr val="lt1"/>
              </a:solidFill>
              <a:latin typeface="Montserrat"/>
              <a:ea typeface="Montserrat"/>
              <a:cs typeface="Montserrat"/>
              <a:sym typeface="Montserrat"/>
            </a:endParaRPr>
          </a:p>
        </p:txBody>
      </p:sp>
      <p:cxnSp>
        <p:nvCxnSpPr>
          <p:cNvPr id="1230" name="Google Shape;1230;p85"/>
          <p:cNvCxnSpPr>
            <a:stCxn id="1228" idx="2"/>
            <a:endCxn id="1229" idx="0"/>
          </p:cNvCxnSpPr>
          <p:nvPr/>
        </p:nvCxnSpPr>
        <p:spPr>
          <a:xfrm>
            <a:off x="4572000" y="1741375"/>
            <a:ext cx="0" cy="402900"/>
          </a:xfrm>
          <a:prstGeom prst="straightConnector1">
            <a:avLst/>
          </a:prstGeom>
          <a:noFill/>
          <a:ln cap="flat" cmpd="sng" w="28575">
            <a:solidFill>
              <a:srgbClr val="F25D53"/>
            </a:solidFill>
            <a:prstDash val="solid"/>
            <a:round/>
            <a:headEnd len="med" w="med" type="none"/>
            <a:tailEnd len="med" w="med" type="triangle"/>
          </a:ln>
        </p:spPr>
      </p:cxnSp>
      <p:pic>
        <p:nvPicPr>
          <p:cNvPr id="1231" name="Google Shape;1231;p85"/>
          <p:cNvPicPr preferRelativeResize="0"/>
          <p:nvPr/>
        </p:nvPicPr>
        <p:blipFill>
          <a:blip r:embed="rId3">
            <a:alphaModFix/>
          </a:blip>
          <a:stretch>
            <a:fillRect/>
          </a:stretch>
        </p:blipFill>
        <p:spPr>
          <a:xfrm>
            <a:off x="1472273" y="3270325"/>
            <a:ext cx="6199451" cy="1399625"/>
          </a:xfrm>
          <a:prstGeom prst="rect">
            <a:avLst/>
          </a:prstGeom>
          <a:noFill/>
          <a:ln>
            <a:noFill/>
          </a:ln>
        </p:spPr>
      </p:pic>
      <p:cxnSp>
        <p:nvCxnSpPr>
          <p:cNvPr id="1232" name="Google Shape;1232;p85"/>
          <p:cNvCxnSpPr>
            <a:stCxn id="1229" idx="2"/>
            <a:endCxn id="1231" idx="0"/>
          </p:cNvCxnSpPr>
          <p:nvPr/>
        </p:nvCxnSpPr>
        <p:spPr>
          <a:xfrm>
            <a:off x="4572000" y="2867500"/>
            <a:ext cx="0" cy="402900"/>
          </a:xfrm>
          <a:prstGeom prst="straightConnector1">
            <a:avLst/>
          </a:prstGeom>
          <a:noFill/>
          <a:ln cap="flat" cmpd="sng" w="28575">
            <a:solidFill>
              <a:srgbClr val="F25D53"/>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86"/>
          <p:cNvSpPr txBox="1"/>
          <p:nvPr>
            <p:ph type="title"/>
          </p:nvPr>
        </p:nvSpPr>
        <p:spPr>
          <a:xfrm>
            <a:off x="720000" y="1979175"/>
            <a:ext cx="7704000" cy="1677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accent2"/>
                </a:solidFill>
                <a:latin typeface="Montserrat"/>
                <a:ea typeface="Montserrat"/>
                <a:cs typeface="Montserrat"/>
                <a:sym typeface="Montserrat"/>
              </a:rPr>
              <a:t>Demo </a:t>
            </a:r>
            <a:r>
              <a:rPr b="1" lang="en">
                <a:latin typeface="Montserrat"/>
                <a:ea typeface="Montserrat"/>
                <a:cs typeface="Montserrat"/>
                <a:sym typeface="Montserrat"/>
              </a:rPr>
              <a:t>Custom Scheduler</a:t>
            </a:r>
            <a:endParaRPr b="1">
              <a:latin typeface="Montserrat"/>
              <a:ea typeface="Montserrat"/>
              <a:cs typeface="Montserrat"/>
              <a:sym typeface="Montserrat"/>
            </a:endParaRPr>
          </a:p>
        </p:txBody>
      </p:sp>
      <p:sp>
        <p:nvSpPr>
          <p:cNvPr id="1238" name="Google Shape;1238;p86"/>
          <p:cNvSpPr txBox="1"/>
          <p:nvPr>
            <p:ph idx="2" type="title"/>
          </p:nvPr>
        </p:nvSpPr>
        <p:spPr>
          <a:xfrm>
            <a:off x="2996550" y="1012050"/>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2"/>
                </a:solidFill>
                <a:latin typeface="Montserrat"/>
                <a:ea typeface="Montserrat"/>
                <a:cs typeface="Montserrat"/>
                <a:sym typeface="Montserrat"/>
              </a:rPr>
              <a:t>IV.</a:t>
            </a:r>
            <a:endParaRPr b="1">
              <a:solidFill>
                <a:schemeClr val="accent2"/>
              </a:solidFill>
              <a:latin typeface="Montserrat"/>
              <a:ea typeface="Montserrat"/>
              <a:cs typeface="Montserrat"/>
              <a:sym typeface="Montserrat"/>
            </a:endParaRPr>
          </a:p>
        </p:txBody>
      </p:sp>
      <p:grpSp>
        <p:nvGrpSpPr>
          <p:cNvPr id="1239" name="Google Shape;1239;p86"/>
          <p:cNvGrpSpPr/>
          <p:nvPr/>
        </p:nvGrpSpPr>
        <p:grpSpPr>
          <a:xfrm rot="-5400000">
            <a:off x="4327892" y="1782537"/>
            <a:ext cx="488225" cy="4479077"/>
            <a:chOff x="6083600" y="3072400"/>
            <a:chExt cx="125125" cy="1371300"/>
          </a:xfrm>
        </p:grpSpPr>
        <p:sp>
          <p:nvSpPr>
            <p:cNvPr id="1240" name="Google Shape;1240;p86"/>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6"/>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86"/>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86"/>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86"/>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86"/>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87"/>
          <p:cNvSpPr txBox="1"/>
          <p:nvPr>
            <p:ph type="title"/>
          </p:nvPr>
        </p:nvSpPr>
        <p:spPr>
          <a:xfrm>
            <a:off x="133800" y="82875"/>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000"/>
              <a:t>Demo </a:t>
            </a:r>
            <a:r>
              <a:rPr b="1" lang="en" sz="3000">
                <a:solidFill>
                  <a:srgbClr val="F25D53"/>
                </a:solidFill>
                <a:latin typeface="Montserrat"/>
                <a:ea typeface="Montserrat"/>
                <a:cs typeface="Montserrat"/>
                <a:sym typeface="Montserrat"/>
              </a:rPr>
              <a:t>Cluster</a:t>
            </a:r>
            <a:endParaRPr b="1" sz="3000">
              <a:solidFill>
                <a:srgbClr val="F25D53"/>
              </a:solidFill>
              <a:latin typeface="Montserrat"/>
              <a:ea typeface="Montserrat"/>
              <a:cs typeface="Montserrat"/>
              <a:sym typeface="Montserrat"/>
            </a:endParaRPr>
          </a:p>
        </p:txBody>
      </p:sp>
      <p:pic>
        <p:nvPicPr>
          <p:cNvPr id="1251" name="Google Shape;1251;p87"/>
          <p:cNvPicPr preferRelativeResize="0"/>
          <p:nvPr/>
        </p:nvPicPr>
        <p:blipFill rotWithShape="1">
          <a:blip r:embed="rId3">
            <a:alphaModFix/>
          </a:blip>
          <a:srcRect b="0" l="0" r="20616" t="0"/>
          <a:stretch/>
        </p:blipFill>
        <p:spPr>
          <a:xfrm>
            <a:off x="133800" y="712175"/>
            <a:ext cx="8876400" cy="890885"/>
          </a:xfrm>
          <a:prstGeom prst="rect">
            <a:avLst/>
          </a:prstGeom>
          <a:noFill/>
          <a:ln>
            <a:noFill/>
          </a:ln>
        </p:spPr>
      </p:pic>
      <p:pic>
        <p:nvPicPr>
          <p:cNvPr id="1252" name="Google Shape;1252;p87" title="kube-2(1).png"/>
          <p:cNvPicPr preferRelativeResize="0"/>
          <p:nvPr/>
        </p:nvPicPr>
        <p:blipFill>
          <a:blip r:embed="rId4">
            <a:alphaModFix/>
          </a:blip>
          <a:stretch>
            <a:fillRect/>
          </a:stretch>
        </p:blipFill>
        <p:spPr>
          <a:xfrm>
            <a:off x="152400" y="1851260"/>
            <a:ext cx="8839204" cy="310753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pic>
        <p:nvPicPr>
          <p:cNvPr id="1257" name="Google Shape;1257;p88" title="kube-3(1).png"/>
          <p:cNvPicPr preferRelativeResize="0"/>
          <p:nvPr/>
        </p:nvPicPr>
        <p:blipFill>
          <a:blip r:embed="rId3">
            <a:alphaModFix/>
          </a:blip>
          <a:stretch>
            <a:fillRect/>
          </a:stretch>
        </p:blipFill>
        <p:spPr>
          <a:xfrm>
            <a:off x="391889" y="59188"/>
            <a:ext cx="8360223" cy="50251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89"/>
          <p:cNvSpPr txBox="1"/>
          <p:nvPr>
            <p:ph type="title"/>
          </p:nvPr>
        </p:nvSpPr>
        <p:spPr>
          <a:xfrm>
            <a:off x="1181700" y="565850"/>
            <a:ext cx="6780600" cy="1980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6000"/>
              <a:t>Xin c</a:t>
            </a:r>
            <a:r>
              <a:rPr lang="en" sz="6000"/>
              <a:t>ảm ơn</a:t>
            </a:r>
            <a:endParaRPr sz="6000"/>
          </a:p>
          <a:p>
            <a:pPr indent="0" lvl="0" marL="0" rtl="0" algn="ctr">
              <a:spcBef>
                <a:spcPts val="0"/>
              </a:spcBef>
              <a:spcAft>
                <a:spcPts val="0"/>
              </a:spcAft>
              <a:buNone/>
            </a:pPr>
            <a:r>
              <a:rPr lang="en" sz="3600">
                <a:latin typeface="Montserrat Black"/>
                <a:ea typeface="Montserrat Black"/>
                <a:cs typeface="Montserrat Black"/>
                <a:sym typeface="Montserrat Black"/>
              </a:rPr>
              <a:t>Thầy</a:t>
            </a:r>
            <a:r>
              <a:rPr lang="en" sz="3600">
                <a:latin typeface="Montserrat Black"/>
                <a:ea typeface="Montserrat Black"/>
                <a:cs typeface="Montserrat Black"/>
                <a:sym typeface="Montserrat Black"/>
              </a:rPr>
              <a:t> và các bạn</a:t>
            </a:r>
            <a:endParaRPr sz="3600">
              <a:latin typeface="Montserrat Black"/>
              <a:ea typeface="Montserrat Black"/>
              <a:cs typeface="Montserrat Black"/>
              <a:sym typeface="Montserrat Black"/>
            </a:endParaRPr>
          </a:p>
          <a:p>
            <a:pPr indent="0" lvl="0" marL="0" rtl="0" algn="ctr">
              <a:spcBef>
                <a:spcPts val="0"/>
              </a:spcBef>
              <a:spcAft>
                <a:spcPts val="0"/>
              </a:spcAft>
              <a:buNone/>
            </a:pPr>
            <a:r>
              <a:rPr lang="en" sz="3600">
                <a:latin typeface="Montserrat Black"/>
                <a:ea typeface="Montserrat Black"/>
                <a:cs typeface="Montserrat Black"/>
                <a:sym typeface="Montserrat Black"/>
              </a:rPr>
              <a:t>đã lắng nghe</a:t>
            </a:r>
            <a:endParaRPr sz="3600">
              <a:latin typeface="Montserrat Black"/>
              <a:ea typeface="Montserrat Black"/>
              <a:cs typeface="Montserrat Black"/>
              <a:sym typeface="Montserrat Black"/>
            </a:endParaRPr>
          </a:p>
        </p:txBody>
      </p:sp>
      <p:cxnSp>
        <p:nvCxnSpPr>
          <p:cNvPr id="1263" name="Google Shape;1263;p89"/>
          <p:cNvCxnSpPr/>
          <p:nvPr/>
        </p:nvCxnSpPr>
        <p:spPr>
          <a:xfrm>
            <a:off x="1806150" y="2887100"/>
            <a:ext cx="5531700" cy="0"/>
          </a:xfrm>
          <a:prstGeom prst="straightConnector1">
            <a:avLst/>
          </a:prstGeom>
          <a:noFill/>
          <a:ln cap="flat" cmpd="sng" w="19050">
            <a:solidFill>
              <a:schemeClr val="accent1"/>
            </a:solidFill>
            <a:prstDash val="solid"/>
            <a:round/>
            <a:headEnd len="med" w="med" type="none"/>
            <a:tailEnd len="med" w="med" type="none"/>
          </a:ln>
        </p:spPr>
      </p:cxnSp>
      <p:cxnSp>
        <p:nvCxnSpPr>
          <p:cNvPr id="1264" name="Google Shape;1264;p89"/>
          <p:cNvCxnSpPr/>
          <p:nvPr/>
        </p:nvCxnSpPr>
        <p:spPr>
          <a:xfrm>
            <a:off x="1363950" y="410775"/>
            <a:ext cx="6416100" cy="0"/>
          </a:xfrm>
          <a:prstGeom prst="straightConnector1">
            <a:avLst/>
          </a:prstGeom>
          <a:noFill/>
          <a:ln cap="flat" cmpd="sng" w="19050">
            <a:solidFill>
              <a:schemeClr val="dk2"/>
            </a:solidFill>
            <a:prstDash val="solid"/>
            <a:round/>
            <a:headEnd len="med" w="med" type="none"/>
            <a:tailEnd len="med" w="med" type="none"/>
          </a:ln>
        </p:spPr>
      </p:cxnSp>
      <p:grpSp>
        <p:nvGrpSpPr>
          <p:cNvPr id="1265" name="Google Shape;1265;p89"/>
          <p:cNvGrpSpPr/>
          <p:nvPr/>
        </p:nvGrpSpPr>
        <p:grpSpPr>
          <a:xfrm>
            <a:off x="551907" y="371826"/>
            <a:ext cx="326376" cy="326357"/>
            <a:chOff x="5275800" y="1597475"/>
            <a:chExt cx="410950" cy="410925"/>
          </a:xfrm>
        </p:grpSpPr>
        <p:sp>
          <p:nvSpPr>
            <p:cNvPr id="1266" name="Google Shape;1266;p89"/>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9"/>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9"/>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9"/>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9"/>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9"/>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9"/>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9"/>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9"/>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89"/>
          <p:cNvGrpSpPr/>
          <p:nvPr/>
        </p:nvGrpSpPr>
        <p:grpSpPr>
          <a:xfrm>
            <a:off x="8265719" y="4445326"/>
            <a:ext cx="326376" cy="326357"/>
            <a:chOff x="5275800" y="1597475"/>
            <a:chExt cx="410950" cy="410925"/>
          </a:xfrm>
        </p:grpSpPr>
        <p:sp>
          <p:nvSpPr>
            <p:cNvPr id="1276" name="Google Shape;1276;p89"/>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9"/>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9"/>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9"/>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89"/>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9"/>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9"/>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9"/>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9"/>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5" name="Google Shape;1285;p89"/>
          <p:cNvSpPr txBox="1"/>
          <p:nvPr/>
        </p:nvSpPr>
        <p:spPr>
          <a:xfrm>
            <a:off x="3164850" y="2990275"/>
            <a:ext cx="2814300" cy="2016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a:latin typeface="Open Sans"/>
                <a:ea typeface="Open Sans"/>
                <a:cs typeface="Open Sans"/>
                <a:sym typeface="Open Sans"/>
              </a:rPr>
              <a:t>Nhóm 1</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Huỳnh Tiến Dũng - 21020007</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Vũ Huy Hoàng - 22021108</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Đăng Quân - 22021121</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Hồng Quân - 22021122</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Chí Thanh - 22021123</a:t>
            </a:r>
            <a:endParaRPr>
              <a:latin typeface="Open Sans"/>
              <a:ea typeface="Open Sans"/>
              <a:cs typeface="Open Sans"/>
              <a:sym typeface="Open Sans"/>
            </a:endParaRPr>
          </a:p>
        </p:txBody>
      </p:sp>
      <p:grpSp>
        <p:nvGrpSpPr>
          <p:cNvPr id="1286" name="Google Shape;1286;p89"/>
          <p:cNvGrpSpPr/>
          <p:nvPr/>
        </p:nvGrpSpPr>
        <p:grpSpPr>
          <a:xfrm>
            <a:off x="1283625" y="3509850"/>
            <a:ext cx="328425" cy="331775"/>
            <a:chOff x="5198075" y="3007200"/>
            <a:chExt cx="328425" cy="331775"/>
          </a:xfrm>
        </p:grpSpPr>
        <p:sp>
          <p:nvSpPr>
            <p:cNvPr id="1287" name="Google Shape;1287;p89"/>
            <p:cNvSpPr/>
            <p:nvPr/>
          </p:nvSpPr>
          <p:spPr>
            <a:xfrm>
              <a:off x="5316475" y="3128050"/>
              <a:ext cx="95350" cy="95350"/>
            </a:xfrm>
            <a:custGeom>
              <a:rect b="b" l="l" r="r" t="t"/>
              <a:pathLst>
                <a:path extrusionOk="0" h="3814" w="3814">
                  <a:moveTo>
                    <a:pt x="1907" y="1"/>
                  </a:moveTo>
                  <a:lnTo>
                    <a:pt x="1" y="1907"/>
                  </a:lnTo>
                  <a:lnTo>
                    <a:pt x="1907" y="3814"/>
                  </a:lnTo>
                  <a:lnTo>
                    <a:pt x="3813" y="1907"/>
                  </a:lnTo>
                  <a:lnTo>
                    <a:pt x="1907" y="1"/>
                  </a:ln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89"/>
            <p:cNvSpPr/>
            <p:nvPr/>
          </p:nvSpPr>
          <p:spPr>
            <a:xfrm>
              <a:off x="5364150" y="3007200"/>
              <a:ext cx="25" cy="142675"/>
            </a:xfrm>
            <a:custGeom>
              <a:rect b="b" l="l" r="r" t="t"/>
              <a:pathLst>
                <a:path extrusionOk="0" fill="none" h="5707" w="1">
                  <a:moveTo>
                    <a:pt x="0" y="0"/>
                  </a:moveTo>
                  <a:lnTo>
                    <a:pt x="0" y="5707"/>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9"/>
            <p:cNvSpPr/>
            <p:nvPr/>
          </p:nvSpPr>
          <p:spPr>
            <a:xfrm>
              <a:off x="5364150" y="3197200"/>
              <a:ext cx="25" cy="141775"/>
            </a:xfrm>
            <a:custGeom>
              <a:rect b="b" l="l" r="r" t="t"/>
              <a:pathLst>
                <a:path extrusionOk="0" fill="none" h="5671" w="1">
                  <a:moveTo>
                    <a:pt x="0" y="0"/>
                  </a:moveTo>
                  <a:lnTo>
                    <a:pt x="0" y="567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9"/>
            <p:cNvSpPr/>
            <p:nvPr/>
          </p:nvSpPr>
          <p:spPr>
            <a:xfrm>
              <a:off x="5198075" y="3175675"/>
              <a:ext cx="147625" cy="25"/>
            </a:xfrm>
            <a:custGeom>
              <a:rect b="b" l="l" r="r" t="t"/>
              <a:pathLst>
                <a:path extrusionOk="0" fill="none" h="1" w="5905">
                  <a:moveTo>
                    <a:pt x="1" y="1"/>
                  </a:moveTo>
                  <a:lnTo>
                    <a:pt x="5905"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9"/>
            <p:cNvSpPr/>
            <p:nvPr/>
          </p:nvSpPr>
          <p:spPr>
            <a:xfrm>
              <a:off x="5391875" y="3175675"/>
              <a:ext cx="134625" cy="25"/>
            </a:xfrm>
            <a:custGeom>
              <a:rect b="b" l="l" r="r" t="t"/>
              <a:pathLst>
                <a:path extrusionOk="0" fill="none" h="1" w="5385">
                  <a:moveTo>
                    <a:pt x="1" y="1"/>
                  </a:moveTo>
                  <a:lnTo>
                    <a:pt x="5385"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gant and Linear Aesthetic Business Plan for Korean Corporations by Slidesgo">
  <a:themeElements>
    <a:clrScheme name="Simple Light">
      <a:dk1>
        <a:srgbClr val="F5F5F5"/>
      </a:dk1>
      <a:lt1>
        <a:srgbClr val="273446"/>
      </a:lt1>
      <a:dk2>
        <a:srgbClr val="4A86E8"/>
      </a:dk2>
      <a:lt2>
        <a:srgbClr val="EFC136"/>
      </a:lt2>
      <a:accent1>
        <a:srgbClr val="7BC127"/>
      </a:accent1>
      <a:accent2>
        <a:srgbClr val="F25D53"/>
      </a:accent2>
      <a:accent3>
        <a:srgbClr val="FFFFFF"/>
      </a:accent3>
      <a:accent4>
        <a:srgbClr val="FFFFFF"/>
      </a:accent4>
      <a:accent5>
        <a:srgbClr val="FFFFFF"/>
      </a:accent5>
      <a:accent6>
        <a:srgbClr val="FFFFFF"/>
      </a:accent6>
      <a:hlink>
        <a:srgbClr val="2734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and Linear Aesthetic Business Plan for Korean Corporations by Slidesgo">
  <a:themeElements>
    <a:clrScheme name="Simple Light">
      <a:dk1>
        <a:srgbClr val="F5F5F5"/>
      </a:dk1>
      <a:lt1>
        <a:srgbClr val="273446"/>
      </a:lt1>
      <a:dk2>
        <a:srgbClr val="ACD1E5"/>
      </a:dk2>
      <a:lt2>
        <a:srgbClr val="EEAA77"/>
      </a:lt2>
      <a:accent1>
        <a:srgbClr val="F3D57A"/>
      </a:accent1>
      <a:accent2>
        <a:srgbClr val="D1E7B6"/>
      </a:accent2>
      <a:accent3>
        <a:srgbClr val="FFFFFF"/>
      </a:accent3>
      <a:accent4>
        <a:srgbClr val="FFFFFF"/>
      </a:accent4>
      <a:accent5>
        <a:srgbClr val="FFFFFF"/>
      </a:accent5>
      <a:accent6>
        <a:srgbClr val="FFFFFF"/>
      </a:accent6>
      <a:hlink>
        <a:srgbClr val="2734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